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5"/>
  </p:notesMasterIdLst>
  <p:sldIdLst>
    <p:sldId id="258" r:id="rId4"/>
  </p:sldIdLst>
  <p:sldSz cx="32735838" cy="43891200"/>
  <p:notesSz cx="6858000" cy="9144000"/>
  <p:defaultTextStyle>
    <a:defPPr>
      <a:defRPr lang="zh-CN"/>
    </a:defPPr>
    <a:lvl1pPr algn="l" defTabSz="4508500" rtl="0" eaLnBrk="0" fontAlgn="base" hangingPunct="0">
      <a:spcBef>
        <a:spcPct val="0"/>
      </a:spcBef>
      <a:spcAft>
        <a:spcPct val="0"/>
      </a:spcAft>
      <a:defRPr sz="8900" kern="1200">
        <a:solidFill>
          <a:schemeClr val="tx1"/>
        </a:solidFill>
        <a:latin typeface="Arial" panose="020B0604020202020204" pitchFamily="34" charset="0"/>
        <a:ea typeface="宋体" panose="02010600030101010101" pitchFamily="2" charset="-122"/>
        <a:cs typeface="+mn-cs"/>
      </a:defRPr>
    </a:lvl1pPr>
    <a:lvl2pPr marL="2254250" indent="-1797050" algn="l" defTabSz="4508500" rtl="0" eaLnBrk="0" fontAlgn="base" hangingPunct="0">
      <a:spcBef>
        <a:spcPct val="0"/>
      </a:spcBef>
      <a:spcAft>
        <a:spcPct val="0"/>
      </a:spcAft>
      <a:defRPr sz="8900" kern="1200">
        <a:solidFill>
          <a:schemeClr val="tx1"/>
        </a:solidFill>
        <a:latin typeface="Arial" panose="020B0604020202020204" pitchFamily="34" charset="0"/>
        <a:ea typeface="宋体" panose="02010600030101010101" pitchFamily="2" charset="-122"/>
        <a:cs typeface="+mn-cs"/>
      </a:defRPr>
    </a:lvl2pPr>
    <a:lvl3pPr marL="4508500" indent="-3594100" algn="l" defTabSz="4508500" rtl="0" eaLnBrk="0" fontAlgn="base" hangingPunct="0">
      <a:spcBef>
        <a:spcPct val="0"/>
      </a:spcBef>
      <a:spcAft>
        <a:spcPct val="0"/>
      </a:spcAft>
      <a:defRPr sz="8900" kern="1200">
        <a:solidFill>
          <a:schemeClr val="tx1"/>
        </a:solidFill>
        <a:latin typeface="Arial" panose="020B0604020202020204" pitchFamily="34" charset="0"/>
        <a:ea typeface="宋体" panose="02010600030101010101" pitchFamily="2" charset="-122"/>
        <a:cs typeface="+mn-cs"/>
      </a:defRPr>
    </a:lvl3pPr>
    <a:lvl4pPr marL="6761163" indent="-5389563" algn="l" defTabSz="4508500" rtl="0" eaLnBrk="0" fontAlgn="base" hangingPunct="0">
      <a:spcBef>
        <a:spcPct val="0"/>
      </a:spcBef>
      <a:spcAft>
        <a:spcPct val="0"/>
      </a:spcAft>
      <a:defRPr sz="8900" kern="1200">
        <a:solidFill>
          <a:schemeClr val="tx1"/>
        </a:solidFill>
        <a:latin typeface="Arial" panose="020B0604020202020204" pitchFamily="34" charset="0"/>
        <a:ea typeface="宋体" panose="02010600030101010101" pitchFamily="2" charset="-122"/>
        <a:cs typeface="+mn-cs"/>
      </a:defRPr>
    </a:lvl4pPr>
    <a:lvl5pPr marL="9015413" indent="-7186613" algn="l" defTabSz="4508500" rtl="0" eaLnBrk="0" fontAlgn="base" hangingPunct="0">
      <a:spcBef>
        <a:spcPct val="0"/>
      </a:spcBef>
      <a:spcAft>
        <a:spcPct val="0"/>
      </a:spcAft>
      <a:defRPr sz="89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89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89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89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89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4422">
          <p15:clr>
            <a:srgbClr val="A4A3A4"/>
          </p15:clr>
        </p15:guide>
        <p15:guide id="2" orient="horz" pos="366">
          <p15:clr>
            <a:srgbClr val="A4A3A4"/>
          </p15:clr>
        </p15:guide>
        <p15:guide id="3" orient="horz" pos="26881">
          <p15:clr>
            <a:srgbClr val="A4A3A4"/>
          </p15:clr>
        </p15:guide>
        <p15:guide id="4" orient="horz">
          <p15:clr>
            <a:srgbClr val="A4A3A4"/>
          </p15:clr>
        </p15:guide>
        <p15:guide id="5" pos="458">
          <p15:clr>
            <a:srgbClr val="A4A3A4"/>
          </p15:clr>
        </p15:guide>
        <p15:guide id="6" pos="2019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3138" autoAdjust="0"/>
  </p:normalViewPr>
  <p:slideViewPr>
    <p:cSldViewPr snapToGrid="0" snapToObjects="1">
      <p:cViewPr>
        <p:scale>
          <a:sx n="50" d="100"/>
          <a:sy n="50" d="100"/>
        </p:scale>
        <p:origin x="36" y="-7722"/>
      </p:cViewPr>
      <p:guideLst>
        <p:guide orient="horz" pos="4422"/>
        <p:guide orient="horz" pos="366"/>
        <p:guide orient="horz" pos="26881"/>
        <p:guide orient="horz"/>
        <p:guide pos="458"/>
        <p:guide pos="20194"/>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Header Placeholder 1">
            <a:extLst>
              <a:ext uri="{FF2B5EF4-FFF2-40B4-BE49-F238E27FC236}">
                <a16:creationId xmlns:a16="http://schemas.microsoft.com/office/drawing/2014/main" id="{39A55130-1341-4EEB-90C5-5391290FEDF4}"/>
              </a:ext>
            </a:extLst>
          </p:cNvPr>
          <p:cNvSpPr>
            <a:spLocks noGrp="1"/>
          </p:cNvSpPr>
          <p:nvPr>
            <p:ph type="hdr" sz="quarter"/>
          </p:nvPr>
        </p:nvSpPr>
        <p:spPr>
          <a:xfrm>
            <a:off x="0" y="0"/>
            <a:ext cx="2971800" cy="457200"/>
          </a:xfrm>
          <a:prstGeom prst="rect">
            <a:avLst/>
          </a:prstGeom>
          <a:noFill/>
          <a:ln w="9525">
            <a:noFill/>
          </a:ln>
        </p:spPr>
        <p:txBody>
          <a:bodyPr vert="horz"/>
          <a:lstStyle>
            <a:lvl1pPr eaLnBrk="1" hangingPunct="1">
              <a:buFont typeface="Arial" panose="020B0604020202020204" pitchFamily="34" charset="0"/>
              <a:buNone/>
              <a:defRPr sz="1200" noProof="1"/>
            </a:lvl1pPr>
          </a:lstStyle>
          <a:p>
            <a:pPr>
              <a:defRPr/>
            </a:pPr>
            <a:endParaRPr/>
          </a:p>
        </p:txBody>
      </p:sp>
      <p:sp>
        <p:nvSpPr>
          <p:cNvPr id="3075" name="Date Placeholder 2">
            <a:extLst>
              <a:ext uri="{FF2B5EF4-FFF2-40B4-BE49-F238E27FC236}">
                <a16:creationId xmlns:a16="http://schemas.microsoft.com/office/drawing/2014/main" id="{C3EDB15E-51FD-4082-9B7F-D1BC70846F97}"/>
              </a:ext>
            </a:extLst>
          </p:cNvPr>
          <p:cNvSpPr>
            <a:spLocks noGrp="1"/>
          </p:cNvSpPr>
          <p:nvPr>
            <p:ph type="dt" idx="1"/>
          </p:nvPr>
        </p:nvSpPr>
        <p:spPr>
          <a:xfrm>
            <a:off x="3884613" y="0"/>
            <a:ext cx="2971800" cy="457200"/>
          </a:xfrm>
          <a:prstGeom prst="rect">
            <a:avLst/>
          </a:prstGeom>
          <a:noFill/>
          <a:ln w="9525">
            <a:noFill/>
          </a:ln>
        </p:spPr>
        <p:txBody>
          <a:bodyPr vert="horz"/>
          <a:lstStyle>
            <a:lvl1pPr algn="r" eaLnBrk="1" hangingPunct="1">
              <a:buFont typeface="Arial" panose="020B0604020202020204" pitchFamily="34" charset="0"/>
              <a:buNone/>
              <a:defRPr noProof="1"/>
            </a:lvl1pPr>
          </a:lstStyle>
          <a:p>
            <a:pPr>
              <a:defRPr/>
            </a:pPr>
            <a:fld id="{77DBBFD5-DDDC-4F0C-B634-2B320893041B}" type="datetime1">
              <a:rPr lang="en-US" altLang="zh-CN"/>
              <a:pPr>
                <a:defRPr/>
              </a:pPr>
              <a:t>10/9/2020</a:t>
            </a:fld>
            <a:endParaRPr lang="en-US" altLang="zh-CN" sz="1200"/>
          </a:p>
        </p:txBody>
      </p:sp>
      <p:sp>
        <p:nvSpPr>
          <p:cNvPr id="4100" name="Slide Image Placeholder 3">
            <a:extLst>
              <a:ext uri="{FF2B5EF4-FFF2-40B4-BE49-F238E27FC236}">
                <a16:creationId xmlns:a16="http://schemas.microsoft.com/office/drawing/2014/main" id="{C17FAB68-7320-499F-B8DD-1FCE3EFEEA4A}"/>
              </a:ext>
            </a:extLst>
          </p:cNvPr>
          <p:cNvSpPr>
            <a:spLocks noGrp="1" noRot="1" noChangeAspect="1" noChangeArrowheads="1"/>
          </p:cNvSpPr>
          <p:nvPr>
            <p:ph type="sldImg" idx="4294967295"/>
          </p:nvPr>
        </p:nvSpPr>
        <p:spPr bwMode="auto">
          <a:xfrm>
            <a:off x="2151063" y="685800"/>
            <a:ext cx="255587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4101" name="Notes Placeholder 4">
            <a:extLst>
              <a:ext uri="{FF2B5EF4-FFF2-40B4-BE49-F238E27FC236}">
                <a16:creationId xmlns:a16="http://schemas.microsoft.com/office/drawing/2014/main" id="{76D7833D-4EDA-4008-BD77-9E493BF412B3}"/>
              </a:ext>
            </a:extLst>
          </p:cNvPr>
          <p:cNvSpPr>
            <a:spLocks noGrp="1" noRot="1" noChangeAspect="1" noChangeArrowheads="1"/>
          </p:cNvSpPr>
          <p:nvPr/>
        </p:nvSpPr>
        <p:spPr bwMode="auto">
          <a:xfrm>
            <a:off x="685800" y="4343400"/>
            <a:ext cx="5486400" cy="4114800"/>
          </a:xfrm>
          <a:prstGeom prst="rect">
            <a:avLst/>
          </a:prstGeom>
          <a:noFill/>
          <a:ln>
            <a:noFill/>
          </a:ln>
        </p:spPr>
        <p:txBody>
          <a:bodyPr anchor="ct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a:t>Click to edit Master text styles</a:t>
            </a:r>
            <a:endParaRPr lang="zh-CN" altLang="en-US"/>
          </a:p>
          <a:p>
            <a:pPr lvl="1" indent="0" eaLnBrk="1" hangingPunct="1">
              <a:buFont typeface="Arial" panose="020B0604020202020204" pitchFamily="34" charset="0"/>
              <a:buNone/>
              <a:defRPr/>
            </a:pPr>
            <a:r>
              <a:rPr lang="en-US" altLang="zh-CN"/>
              <a:t>Second level</a:t>
            </a:r>
            <a:endParaRPr lang="zh-CN" altLang="en-US"/>
          </a:p>
          <a:p>
            <a:pPr lvl="2" indent="0" eaLnBrk="1" hangingPunct="1">
              <a:buFont typeface="Arial" panose="020B0604020202020204" pitchFamily="34" charset="0"/>
              <a:buNone/>
              <a:defRPr/>
            </a:pPr>
            <a:r>
              <a:rPr lang="en-US" altLang="zh-CN"/>
              <a:t>Third level</a:t>
            </a:r>
            <a:endParaRPr lang="zh-CN" altLang="en-US"/>
          </a:p>
          <a:p>
            <a:pPr lvl="3" indent="0" eaLnBrk="1" hangingPunct="1">
              <a:buFont typeface="Arial" panose="020B0604020202020204" pitchFamily="34" charset="0"/>
              <a:buNone/>
              <a:defRPr/>
            </a:pPr>
            <a:r>
              <a:rPr lang="en-US" altLang="zh-CN"/>
              <a:t>Fourth level</a:t>
            </a:r>
            <a:endParaRPr lang="zh-CN" altLang="en-US"/>
          </a:p>
          <a:p>
            <a:pPr lvl="4" indent="0" eaLnBrk="1" hangingPunct="1">
              <a:buFont typeface="Arial" panose="020B0604020202020204" pitchFamily="34" charset="0"/>
              <a:buNone/>
              <a:defRPr/>
            </a:pPr>
            <a:r>
              <a:rPr lang="en-US" altLang="zh-CN"/>
              <a:t>Fifth level</a:t>
            </a:r>
          </a:p>
        </p:txBody>
      </p:sp>
      <p:sp>
        <p:nvSpPr>
          <p:cNvPr id="3078" name="Footer Placeholder 5">
            <a:extLst>
              <a:ext uri="{FF2B5EF4-FFF2-40B4-BE49-F238E27FC236}">
                <a16:creationId xmlns:a16="http://schemas.microsoft.com/office/drawing/2014/main" id="{436578EB-7052-416D-8C3F-29B95231ED90}"/>
              </a:ext>
            </a:extLst>
          </p:cNvPr>
          <p:cNvSpPr>
            <a:spLocks noGrp="1"/>
          </p:cNvSpPr>
          <p:nvPr>
            <p:ph type="ftr" sz="quarter" idx="4"/>
          </p:nvPr>
        </p:nvSpPr>
        <p:spPr>
          <a:xfrm>
            <a:off x="0" y="8685213"/>
            <a:ext cx="2971800" cy="457200"/>
          </a:xfrm>
          <a:prstGeom prst="rect">
            <a:avLst/>
          </a:prstGeom>
          <a:noFill/>
          <a:ln w="9525">
            <a:noFill/>
          </a:ln>
        </p:spPr>
        <p:txBody>
          <a:bodyPr vert="horz" anchor="b"/>
          <a:lstStyle>
            <a:lvl1pPr eaLnBrk="1" hangingPunct="1">
              <a:buFont typeface="Arial" panose="020B0604020202020204" pitchFamily="34" charset="0"/>
              <a:buNone/>
              <a:defRPr sz="1200" noProof="1"/>
            </a:lvl1pPr>
          </a:lstStyle>
          <a:p>
            <a:pPr>
              <a:defRPr/>
            </a:pPr>
            <a:endParaRPr/>
          </a:p>
        </p:txBody>
      </p:sp>
      <p:sp>
        <p:nvSpPr>
          <p:cNvPr id="3079" name="Slide Number Placeholder 6">
            <a:extLst>
              <a:ext uri="{FF2B5EF4-FFF2-40B4-BE49-F238E27FC236}">
                <a16:creationId xmlns:a16="http://schemas.microsoft.com/office/drawing/2014/main" id="{B4C805C1-432F-4B4F-A955-00607F768FB4}"/>
              </a:ext>
            </a:extLst>
          </p:cNvPr>
          <p:cNvSpPr>
            <a:spLocks noGrp="1"/>
          </p:cNvSpPr>
          <p:nvPr>
            <p:ph type="sldNum" sz="quarter" idx="5"/>
          </p:nvPr>
        </p:nvSpPr>
        <p:spPr>
          <a:xfrm>
            <a:off x="3884613" y="8685213"/>
            <a:ext cx="2971800" cy="457200"/>
          </a:xfrm>
          <a:prstGeom prst="rect">
            <a:avLst/>
          </a:prstGeom>
          <a:noFill/>
          <a:ln w="9525">
            <a:noFill/>
          </a:ln>
        </p:spPr>
        <p:txBody>
          <a:bodyPr vert="horz" wrap="square" lIns="91440" tIns="45720" rIns="91440" bIns="45720" numCol="1" anchor="b" anchorCtr="0" compatLnSpc="1">
            <a:prstTxWarp prst="textNoShape">
              <a:avLst/>
            </a:prstTxWarp>
          </a:bodyPr>
          <a:lstStyle>
            <a:lvl1pPr algn="r" eaLnBrk="1" hangingPunct="1">
              <a:buFont typeface="Arial" panose="020B0604020202020204" pitchFamily="34" charset="0"/>
              <a:buNone/>
              <a:defRPr noProof="1" smtClean="0"/>
            </a:lvl1pPr>
          </a:lstStyle>
          <a:p>
            <a:pPr>
              <a:defRPr/>
            </a:pPr>
            <a:fld id="{7A164018-BA62-4389-A03C-512FDFC3888B}" type="slidenum">
              <a:rPr altLang="zh-CN"/>
              <a:pPr>
                <a:defRPr/>
              </a:pPr>
              <a:t>‹#›</a:t>
            </a:fld>
            <a:endParaRPr lang="zh-CN" altLang="zh-CN" sz="1200"/>
          </a:p>
        </p:txBody>
      </p:sp>
    </p:spTree>
  </p:cSld>
  <p:clrMap bg1="lt1" tx1="dk1" bg2="lt2" tx2="dk2" accent1="accent1" accent2="accent2" accent3="accent3" accent4="accent4" accent5="accent5" accent6="accent6" hlink="hlink" folHlink="folHlink"/>
  <p:notesStyle>
    <a:lvl1pPr algn="l" defTabSz="0" rtl="0" eaLnBrk="0" fontAlgn="base" hangingPunct="0">
      <a:spcBef>
        <a:spcPct val="0"/>
      </a:spcBef>
      <a:spcAft>
        <a:spcPct val="0"/>
      </a:spcAft>
      <a:defRPr sz="1200" kern="1200">
        <a:solidFill>
          <a:schemeClr val="tx1"/>
        </a:solidFill>
        <a:latin typeface="Arial" panose="020B0604020202020204" pitchFamily="34" charset="0"/>
      </a:defRPr>
    </a:lvl1pPr>
    <a:lvl2pPr lvl="1" algn="l" defTabSz="0" rtl="0" eaLnBrk="0" fontAlgn="base" hangingPunct="0">
      <a:spcBef>
        <a:spcPct val="0"/>
      </a:spcBef>
      <a:spcAft>
        <a:spcPct val="0"/>
      </a:spcAft>
      <a:defRPr sz="1200" kern="1200">
        <a:solidFill>
          <a:schemeClr val="tx1"/>
        </a:solidFill>
        <a:latin typeface="Arial" panose="020B0604020202020204" pitchFamily="34" charset="0"/>
      </a:defRPr>
    </a:lvl2pPr>
    <a:lvl3pPr lvl="2" algn="l" defTabSz="0" rtl="0" eaLnBrk="0" fontAlgn="base" hangingPunct="0">
      <a:spcBef>
        <a:spcPct val="0"/>
      </a:spcBef>
      <a:spcAft>
        <a:spcPct val="0"/>
      </a:spcAft>
      <a:defRPr sz="1200" kern="1200">
        <a:solidFill>
          <a:schemeClr val="tx1"/>
        </a:solidFill>
        <a:latin typeface="Arial" panose="020B0604020202020204" pitchFamily="34" charset="0"/>
      </a:defRPr>
    </a:lvl3pPr>
    <a:lvl4pPr lvl="3" algn="l" defTabSz="0" rtl="0" eaLnBrk="0" fontAlgn="base" hangingPunct="0">
      <a:spcBef>
        <a:spcPct val="0"/>
      </a:spcBef>
      <a:spcAft>
        <a:spcPct val="0"/>
      </a:spcAft>
      <a:defRPr sz="1200" kern="1200">
        <a:solidFill>
          <a:schemeClr val="tx1"/>
        </a:solidFill>
        <a:latin typeface="Arial" panose="020B0604020202020204" pitchFamily="34" charset="0"/>
      </a:defRPr>
    </a:lvl4pPr>
    <a:lvl5pPr lvl="4" algn="l" defTabSz="0" rtl="0" eaLnBrk="0" fontAlgn="base" hangingPunct="0">
      <a:spcBef>
        <a:spcPct val="0"/>
      </a:spcBef>
      <a:spcAft>
        <a:spcPct val="0"/>
      </a:spcAft>
      <a:defRPr sz="1200" kern="1200">
        <a:solidFill>
          <a:schemeClr val="tx1"/>
        </a:solidFill>
        <a:latin typeface="Arial" panose="020B0604020202020204" pitchFamily="34" charset="0"/>
      </a:defRPr>
    </a:lvl5pPr>
    <a:lvl6pPr marL="2286000" lvl="5" indent="0" defTabSz="0" fontAlgn="base">
      <a:defRPr sz="1200" kern="1200"/>
    </a:lvl6pPr>
    <a:lvl7pPr marL="2743200" lvl="6" indent="0" defTabSz="0" fontAlgn="base">
      <a:defRPr sz="1200" kern="1200"/>
    </a:lvl7pPr>
    <a:lvl8pPr marL="3200400" lvl="7" indent="0" defTabSz="0" fontAlgn="base">
      <a:defRPr sz="1200" kern="1200"/>
    </a:lvl8pPr>
    <a:lvl9pPr marL="3657600" lvl="8" indent="0" defTabSz="0" fontAlgn="base">
      <a:defRPr sz="1200" kern="1200"/>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A164018-BA62-4389-A03C-512FDFC3888B}" type="slidenum">
              <a:rPr lang="en-US" altLang="zh-CN" smtClean="0"/>
              <a:pPr>
                <a:defRPr/>
              </a:pPr>
              <a:t>1</a:t>
            </a:fld>
            <a:endParaRPr lang="zh-CN" altLang="en-US" sz="1200"/>
          </a:p>
        </p:txBody>
      </p:sp>
    </p:spTree>
    <p:extLst>
      <p:ext uri="{BB962C8B-B14F-4D97-AF65-F5344CB8AC3E}">
        <p14:creationId xmlns:p14="http://schemas.microsoft.com/office/powerpoint/2010/main" val="3589082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4092019" y="7183123"/>
            <a:ext cx="24552116" cy="15280640"/>
          </a:xfrm>
          <a:prstGeom prst="rect">
            <a:avLst/>
          </a:prstGeom>
        </p:spPr>
        <p:txBody>
          <a:bodyPr anchor="b"/>
          <a:lstStyle>
            <a:lvl1pPr algn="ctr">
              <a:defRPr sz="16110"/>
            </a:lvl1pPr>
          </a:lstStyle>
          <a:p>
            <a:r>
              <a:rPr lang="zh-CN" altLang="en-US" noProof="1"/>
              <a:t>单击此处编辑母版标题样式</a:t>
            </a:r>
          </a:p>
        </p:txBody>
      </p:sp>
      <p:sp>
        <p:nvSpPr>
          <p:cNvPr id="3" name="副标题 2"/>
          <p:cNvSpPr>
            <a:spLocks noGrp="1"/>
          </p:cNvSpPr>
          <p:nvPr>
            <p:ph type="subTitle" idx="1"/>
          </p:nvPr>
        </p:nvSpPr>
        <p:spPr>
          <a:xfrm>
            <a:off x="4092019" y="23053043"/>
            <a:ext cx="24552116" cy="10596877"/>
          </a:xfrm>
          <a:prstGeom prst="rect">
            <a:avLst/>
          </a:prstGeom>
        </p:spPr>
        <p:txBody>
          <a:bodyPr/>
          <a:lstStyle>
            <a:lvl1pPr marL="0" indent="0" algn="ctr">
              <a:buNone/>
              <a:defRPr sz="6445"/>
            </a:lvl1pPr>
            <a:lvl2pPr marL="1227455" indent="0" algn="ctr">
              <a:buNone/>
              <a:defRPr sz="5370"/>
            </a:lvl2pPr>
            <a:lvl3pPr marL="2454910" indent="0" algn="ctr">
              <a:buNone/>
              <a:defRPr sz="4835"/>
            </a:lvl3pPr>
            <a:lvl4pPr marL="3683000" indent="0" algn="ctr">
              <a:buNone/>
              <a:defRPr sz="4295"/>
            </a:lvl4pPr>
            <a:lvl5pPr marL="4910455" indent="0" algn="ctr">
              <a:buNone/>
              <a:defRPr sz="4295"/>
            </a:lvl5pPr>
            <a:lvl6pPr marL="6137910" indent="0" algn="ctr">
              <a:buNone/>
              <a:defRPr sz="4295"/>
            </a:lvl6pPr>
            <a:lvl7pPr marL="7365365" indent="0" algn="ctr">
              <a:buNone/>
              <a:defRPr sz="4295"/>
            </a:lvl7pPr>
            <a:lvl8pPr marL="8593455" indent="0" algn="ctr">
              <a:buNone/>
              <a:defRPr sz="4295"/>
            </a:lvl8pPr>
            <a:lvl9pPr marL="9820910" indent="0" algn="ctr">
              <a:buNone/>
              <a:defRPr sz="4295"/>
            </a:lvl9pPr>
          </a:lstStyle>
          <a:p>
            <a:r>
              <a:rPr lang="zh-CN" altLang="en-US" noProof="1"/>
              <a:t>单击此处编辑母版副标题样式</a:t>
            </a:r>
          </a:p>
        </p:txBody>
      </p:sp>
    </p:spTree>
    <p:extLst>
      <p:ext uri="{BB962C8B-B14F-4D97-AF65-F5344CB8AC3E}">
        <p14:creationId xmlns:p14="http://schemas.microsoft.com/office/powerpoint/2010/main" val="1539272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idx="1"/>
          </p:nvPr>
        </p:nvSpPr>
        <p:spPr>
          <a:xfrm>
            <a:off x="457200" y="1600200"/>
            <a:ext cx="8229600" cy="4526280"/>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745736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2233561" y="10942323"/>
            <a:ext cx="28234934" cy="18257517"/>
          </a:xfrm>
          <a:prstGeom prst="rect">
            <a:avLst/>
          </a:prstGeom>
        </p:spPr>
        <p:txBody>
          <a:bodyPr anchor="b"/>
          <a:lstStyle>
            <a:lvl1pPr>
              <a:defRPr sz="16110"/>
            </a:lvl1pPr>
          </a:lstStyle>
          <a:p>
            <a:r>
              <a:rPr lang="zh-CN" altLang="en-US" noProof="1"/>
              <a:t>单击此处编辑母版标题样式</a:t>
            </a:r>
          </a:p>
        </p:txBody>
      </p:sp>
      <p:sp>
        <p:nvSpPr>
          <p:cNvPr id="3" name="文本占位符 2"/>
          <p:cNvSpPr>
            <a:spLocks noGrp="1"/>
          </p:cNvSpPr>
          <p:nvPr>
            <p:ph type="body" idx="1"/>
          </p:nvPr>
        </p:nvSpPr>
        <p:spPr>
          <a:xfrm>
            <a:off x="2233561" y="29372563"/>
            <a:ext cx="28234934" cy="9601197"/>
          </a:xfrm>
          <a:prstGeom prst="rect">
            <a:avLst/>
          </a:prstGeom>
        </p:spPr>
        <p:txBody>
          <a:bodyPr/>
          <a:lstStyle>
            <a:lvl1pPr marL="0" indent="0">
              <a:buNone/>
              <a:defRPr sz="6445">
                <a:solidFill>
                  <a:schemeClr val="tx1">
                    <a:tint val="75000"/>
                  </a:schemeClr>
                </a:solidFill>
              </a:defRPr>
            </a:lvl1pPr>
            <a:lvl2pPr marL="1227455" indent="0">
              <a:buNone/>
              <a:defRPr sz="5370">
                <a:solidFill>
                  <a:schemeClr val="tx1">
                    <a:tint val="75000"/>
                  </a:schemeClr>
                </a:solidFill>
              </a:defRPr>
            </a:lvl2pPr>
            <a:lvl3pPr marL="2454910" indent="0">
              <a:buNone/>
              <a:defRPr sz="4835">
                <a:solidFill>
                  <a:schemeClr val="tx1">
                    <a:tint val="75000"/>
                  </a:schemeClr>
                </a:solidFill>
              </a:defRPr>
            </a:lvl3pPr>
            <a:lvl4pPr marL="3683000" indent="0">
              <a:buNone/>
              <a:defRPr sz="4295">
                <a:solidFill>
                  <a:schemeClr val="tx1">
                    <a:tint val="75000"/>
                  </a:schemeClr>
                </a:solidFill>
              </a:defRPr>
            </a:lvl4pPr>
            <a:lvl5pPr marL="4910455" indent="0">
              <a:buNone/>
              <a:defRPr sz="4295">
                <a:solidFill>
                  <a:schemeClr val="tx1">
                    <a:tint val="75000"/>
                  </a:schemeClr>
                </a:solidFill>
              </a:defRPr>
            </a:lvl5pPr>
            <a:lvl6pPr marL="6137910" indent="0">
              <a:buNone/>
              <a:defRPr sz="4295">
                <a:solidFill>
                  <a:schemeClr val="tx1">
                    <a:tint val="75000"/>
                  </a:schemeClr>
                </a:solidFill>
              </a:defRPr>
            </a:lvl6pPr>
            <a:lvl7pPr marL="7365365" indent="0">
              <a:buNone/>
              <a:defRPr sz="4295">
                <a:solidFill>
                  <a:schemeClr val="tx1">
                    <a:tint val="75000"/>
                  </a:schemeClr>
                </a:solidFill>
              </a:defRPr>
            </a:lvl7pPr>
            <a:lvl8pPr marL="8593455" indent="0">
              <a:buNone/>
              <a:defRPr sz="4295">
                <a:solidFill>
                  <a:schemeClr val="tx1">
                    <a:tint val="75000"/>
                  </a:schemeClr>
                </a:solidFill>
              </a:defRPr>
            </a:lvl8pPr>
            <a:lvl9pPr marL="9820910" indent="0">
              <a:buNone/>
              <a:defRPr sz="4295">
                <a:solidFill>
                  <a:schemeClr val="tx1">
                    <a:tint val="75000"/>
                  </a:schemeClr>
                </a:solidFill>
              </a:defRPr>
            </a:lvl9pPr>
          </a:lstStyle>
          <a:p>
            <a:pPr lvl="0"/>
            <a:r>
              <a:rPr lang="zh-CN" altLang="en-US" noProof="1"/>
              <a:t>单击此处编辑母版文本样式</a:t>
            </a:r>
          </a:p>
        </p:txBody>
      </p:sp>
    </p:spTree>
    <p:extLst>
      <p:ext uri="{BB962C8B-B14F-4D97-AF65-F5344CB8AC3E}">
        <p14:creationId xmlns:p14="http://schemas.microsoft.com/office/powerpoint/2010/main" val="1649507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sz="half" idx="1"/>
          </p:nvPr>
        </p:nvSpPr>
        <p:spPr>
          <a:xfrm>
            <a:off x="2250611" y="11684000"/>
            <a:ext cx="13912866" cy="278485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16572678" y="11684000"/>
            <a:ext cx="13912866" cy="278485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58903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2254875" y="2336800"/>
            <a:ext cx="28234934" cy="8483603"/>
          </a:xfrm>
          <a:prstGeom prst="rect">
            <a:avLst/>
          </a:prstGeom>
        </p:spPr>
        <p:txBody>
          <a:bodyPr/>
          <a:lstStyle/>
          <a:p>
            <a:r>
              <a:rPr lang="zh-CN" altLang="en-US" noProof="1"/>
              <a:t>单击此处编辑母版标题样式</a:t>
            </a:r>
          </a:p>
        </p:txBody>
      </p:sp>
      <p:sp>
        <p:nvSpPr>
          <p:cNvPr id="3" name="文本占位符 2"/>
          <p:cNvSpPr>
            <a:spLocks noGrp="1"/>
          </p:cNvSpPr>
          <p:nvPr>
            <p:ph type="body" idx="1"/>
          </p:nvPr>
        </p:nvSpPr>
        <p:spPr>
          <a:xfrm>
            <a:off x="3186550" y="11382003"/>
            <a:ext cx="13085800" cy="5273037"/>
          </a:xfrm>
          <a:prstGeom prst="rect">
            <a:avLst/>
          </a:prstGeom>
        </p:spPr>
        <p:txBody>
          <a:bodyPr anchor="ctr" anchorCtr="0"/>
          <a:lstStyle>
            <a:lvl1pPr marL="0" indent="0">
              <a:buNone/>
              <a:defRPr sz="7520"/>
            </a:lvl1pPr>
            <a:lvl2pPr marL="1227455" indent="0">
              <a:buNone/>
              <a:defRPr sz="6445"/>
            </a:lvl2pPr>
            <a:lvl3pPr marL="2454910" indent="0">
              <a:buNone/>
              <a:defRPr sz="5370"/>
            </a:lvl3pPr>
            <a:lvl4pPr marL="3683000" indent="0">
              <a:buNone/>
              <a:defRPr sz="4835"/>
            </a:lvl4pPr>
            <a:lvl5pPr marL="4910455" indent="0">
              <a:buNone/>
              <a:defRPr sz="4835"/>
            </a:lvl5pPr>
            <a:lvl6pPr marL="6137910" indent="0">
              <a:buNone/>
              <a:defRPr sz="4835"/>
            </a:lvl6pPr>
            <a:lvl7pPr marL="7365365" indent="0">
              <a:buNone/>
              <a:defRPr sz="4835"/>
            </a:lvl7pPr>
            <a:lvl8pPr marL="8593455" indent="0">
              <a:buNone/>
              <a:defRPr sz="4835"/>
            </a:lvl8pPr>
            <a:lvl9pPr marL="9820910" indent="0">
              <a:buNone/>
              <a:defRPr sz="4835"/>
            </a:lvl9pPr>
          </a:lstStyle>
          <a:p>
            <a:pPr lvl="0"/>
            <a:r>
              <a:rPr lang="zh-CN" altLang="en-US" noProof="1"/>
              <a:t>单击此处编辑母版文本样式</a:t>
            </a:r>
          </a:p>
        </p:txBody>
      </p:sp>
      <p:sp>
        <p:nvSpPr>
          <p:cNvPr id="4" name="内容占位符 3"/>
          <p:cNvSpPr>
            <a:spLocks noGrp="1"/>
          </p:cNvSpPr>
          <p:nvPr>
            <p:ph sz="half" idx="2"/>
          </p:nvPr>
        </p:nvSpPr>
        <p:spPr>
          <a:xfrm>
            <a:off x="3186550" y="17058426"/>
            <a:ext cx="13085800" cy="2255541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16800204" y="11382003"/>
            <a:ext cx="13150247" cy="5273037"/>
          </a:xfrm>
          <a:prstGeom prst="rect">
            <a:avLst/>
          </a:prstGeom>
        </p:spPr>
        <p:txBody>
          <a:bodyPr anchor="ctr" anchorCtr="0"/>
          <a:lstStyle>
            <a:lvl1pPr marL="0" indent="0">
              <a:buNone/>
              <a:defRPr sz="7520"/>
            </a:lvl1pPr>
            <a:lvl2pPr marL="1227455" indent="0">
              <a:buNone/>
              <a:defRPr sz="6445"/>
            </a:lvl2pPr>
            <a:lvl3pPr marL="2454910" indent="0">
              <a:buNone/>
              <a:defRPr sz="5370"/>
            </a:lvl3pPr>
            <a:lvl4pPr marL="3683000" indent="0">
              <a:buNone/>
              <a:defRPr sz="4835"/>
            </a:lvl4pPr>
            <a:lvl5pPr marL="4910455" indent="0">
              <a:buNone/>
              <a:defRPr sz="4835"/>
            </a:lvl5pPr>
            <a:lvl6pPr marL="6137910" indent="0">
              <a:buNone/>
              <a:defRPr sz="4835"/>
            </a:lvl6pPr>
            <a:lvl7pPr marL="7365365" indent="0">
              <a:buNone/>
              <a:defRPr sz="4835"/>
            </a:lvl7pPr>
            <a:lvl8pPr marL="8593455" indent="0">
              <a:buNone/>
              <a:defRPr sz="4835"/>
            </a:lvl8pPr>
            <a:lvl9pPr marL="9820910" indent="0">
              <a:buNone/>
              <a:defRPr sz="4835"/>
            </a:lvl9pPr>
          </a:lstStyle>
          <a:p>
            <a:pPr lvl="0"/>
            <a:r>
              <a:rPr lang="zh-CN" altLang="en-US" noProof="1"/>
              <a:t>单击此处编辑母版文本样式</a:t>
            </a:r>
          </a:p>
        </p:txBody>
      </p:sp>
      <p:sp>
        <p:nvSpPr>
          <p:cNvPr id="6" name="内容占位符 5"/>
          <p:cNvSpPr>
            <a:spLocks noGrp="1"/>
          </p:cNvSpPr>
          <p:nvPr>
            <p:ph sz="quarter" idx="4"/>
          </p:nvPr>
        </p:nvSpPr>
        <p:spPr>
          <a:xfrm>
            <a:off x="16800204" y="17058426"/>
            <a:ext cx="13150247" cy="2255541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738938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r>
              <a:rPr lang="zh-CN" altLang="en-US" noProof="1"/>
              <a:t>单击此处编辑母版标题样式</a:t>
            </a:r>
          </a:p>
        </p:txBody>
      </p:sp>
    </p:spTree>
    <p:extLst>
      <p:ext uri="{BB962C8B-B14F-4D97-AF65-F5344CB8AC3E}">
        <p14:creationId xmlns:p14="http://schemas.microsoft.com/office/powerpoint/2010/main" val="2848168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0560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4875" y="2926080"/>
            <a:ext cx="10558261" cy="10241280"/>
          </a:xfrm>
          <a:prstGeom prst="rect">
            <a:avLst/>
          </a:prstGeom>
        </p:spPr>
        <p:txBody>
          <a:bodyPr anchor="b"/>
          <a:lstStyle>
            <a:lvl1pPr>
              <a:defRPr sz="8590"/>
            </a:lvl1pPr>
          </a:lstStyle>
          <a:p>
            <a:r>
              <a:rPr lang="zh-CN" altLang="en-US" noProof="1"/>
              <a:t>单击此处编辑母版标题样式</a:t>
            </a:r>
          </a:p>
        </p:txBody>
      </p:sp>
      <p:sp>
        <p:nvSpPr>
          <p:cNvPr id="3" name="内容占位符 2"/>
          <p:cNvSpPr>
            <a:spLocks noGrp="1"/>
          </p:cNvSpPr>
          <p:nvPr>
            <p:ph idx="1"/>
          </p:nvPr>
        </p:nvSpPr>
        <p:spPr>
          <a:xfrm>
            <a:off x="13917130" y="6319520"/>
            <a:ext cx="16572678" cy="31191200"/>
          </a:xfrm>
          <a:prstGeom prst="rect">
            <a:avLst/>
          </a:prstGeom>
        </p:spPr>
        <p:txBody>
          <a:bodyPr/>
          <a:lstStyle>
            <a:lvl1pPr>
              <a:defRPr sz="8590"/>
            </a:lvl1pPr>
            <a:lvl2pPr>
              <a:defRPr sz="7520"/>
            </a:lvl2pPr>
            <a:lvl3pPr>
              <a:defRPr sz="6445"/>
            </a:lvl3pPr>
            <a:lvl4pPr>
              <a:defRPr sz="5370"/>
            </a:lvl4pPr>
            <a:lvl5pPr>
              <a:defRPr sz="5370"/>
            </a:lvl5pPr>
            <a:lvl6pPr>
              <a:defRPr sz="5370"/>
            </a:lvl6pPr>
            <a:lvl7pPr>
              <a:defRPr sz="5370"/>
            </a:lvl7pPr>
            <a:lvl8pPr>
              <a:defRPr sz="5370"/>
            </a:lvl8pPr>
            <a:lvl9pPr>
              <a:defRPr sz="537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2254875" y="13167360"/>
            <a:ext cx="10558261" cy="24394163"/>
          </a:xfrm>
          <a:prstGeom prst="rect">
            <a:avLst/>
          </a:prstGeom>
        </p:spPr>
        <p:txBody>
          <a:bodyPr/>
          <a:lstStyle>
            <a:lvl1pPr marL="0" indent="0">
              <a:buNone/>
              <a:defRPr sz="4295"/>
            </a:lvl1pPr>
            <a:lvl2pPr marL="1227455" indent="0">
              <a:buNone/>
              <a:defRPr sz="3760"/>
            </a:lvl2pPr>
            <a:lvl3pPr marL="2454910" indent="0">
              <a:buNone/>
              <a:defRPr sz="3220"/>
            </a:lvl3pPr>
            <a:lvl4pPr marL="3683000" indent="0">
              <a:buNone/>
              <a:defRPr sz="2685"/>
            </a:lvl4pPr>
            <a:lvl5pPr marL="4910455" indent="0">
              <a:buNone/>
              <a:defRPr sz="2685"/>
            </a:lvl5pPr>
            <a:lvl6pPr marL="6137910" indent="0">
              <a:buNone/>
              <a:defRPr sz="2685"/>
            </a:lvl6pPr>
            <a:lvl7pPr marL="7365365" indent="0">
              <a:buNone/>
              <a:defRPr sz="2685"/>
            </a:lvl7pPr>
            <a:lvl8pPr marL="8593455" indent="0">
              <a:buNone/>
              <a:defRPr sz="2685"/>
            </a:lvl8pPr>
            <a:lvl9pPr marL="9820910" indent="0">
              <a:buNone/>
              <a:defRPr sz="2685"/>
            </a:lvl9pPr>
          </a:lstStyle>
          <a:p>
            <a:pPr lvl="0"/>
            <a:r>
              <a:rPr lang="zh-CN" altLang="en-US" noProof="1"/>
              <a:t>单击此处编辑母版文本样式</a:t>
            </a:r>
          </a:p>
        </p:txBody>
      </p:sp>
    </p:spTree>
    <p:extLst>
      <p:ext uri="{BB962C8B-B14F-4D97-AF65-F5344CB8AC3E}">
        <p14:creationId xmlns:p14="http://schemas.microsoft.com/office/powerpoint/2010/main" val="1956319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4875" y="2926080"/>
            <a:ext cx="11184179" cy="10241280"/>
          </a:xfrm>
          <a:prstGeom prst="rect">
            <a:avLst/>
          </a:prstGeom>
        </p:spPr>
        <p:txBody>
          <a:bodyPr anchor="b"/>
          <a:lstStyle>
            <a:lvl1pPr>
              <a:defRPr sz="8590"/>
            </a:lvl1pPr>
          </a:lstStyle>
          <a:p>
            <a:r>
              <a:rPr lang="zh-CN" altLang="en-US" noProof="1"/>
              <a:t>单击此处编辑母版标题样式</a:t>
            </a:r>
          </a:p>
        </p:txBody>
      </p:sp>
      <p:sp>
        <p:nvSpPr>
          <p:cNvPr id="3" name="图片占位符 2"/>
          <p:cNvSpPr>
            <a:spLocks noGrp="1"/>
          </p:cNvSpPr>
          <p:nvPr>
            <p:ph type="pic" idx="1"/>
          </p:nvPr>
        </p:nvSpPr>
        <p:spPr>
          <a:xfrm>
            <a:off x="13917130" y="2926086"/>
            <a:ext cx="16572678" cy="34584640"/>
          </a:xfrm>
          <a:prstGeom prst="rect">
            <a:avLst/>
          </a:prstGeom>
        </p:spPr>
        <p:txBody>
          <a:bodyPr/>
          <a:lstStyle>
            <a:lvl1pPr marL="0" indent="0">
              <a:buNone/>
              <a:defRPr sz="8590"/>
            </a:lvl1pPr>
            <a:lvl2pPr marL="1227455" indent="0">
              <a:buNone/>
              <a:defRPr sz="7520"/>
            </a:lvl2pPr>
            <a:lvl3pPr marL="2454910" indent="0">
              <a:buNone/>
              <a:defRPr sz="6445"/>
            </a:lvl3pPr>
            <a:lvl4pPr marL="3683000" indent="0">
              <a:buNone/>
              <a:defRPr sz="5370"/>
            </a:lvl4pPr>
            <a:lvl5pPr marL="4910455" indent="0">
              <a:buNone/>
              <a:defRPr sz="5370"/>
            </a:lvl5pPr>
            <a:lvl6pPr marL="6137910" indent="0">
              <a:buNone/>
              <a:defRPr sz="5370"/>
            </a:lvl6pPr>
            <a:lvl7pPr marL="7365365" indent="0">
              <a:buNone/>
              <a:defRPr sz="5370"/>
            </a:lvl7pPr>
            <a:lvl8pPr marL="8593455" indent="0">
              <a:buNone/>
              <a:defRPr sz="5370"/>
            </a:lvl8pPr>
            <a:lvl9pPr marL="9820910" indent="0">
              <a:buNone/>
              <a:defRPr sz="5370"/>
            </a:lvl9pPr>
          </a:lstStyle>
          <a:p>
            <a:pPr lvl="0"/>
            <a:endParaRPr lang="zh-CN" altLang="en-US" noProof="1">
              <a:sym typeface="Calibri" panose="020F0502020204030204" pitchFamily="34" charset="0"/>
            </a:endParaRPr>
          </a:p>
        </p:txBody>
      </p:sp>
      <p:sp>
        <p:nvSpPr>
          <p:cNvPr id="4" name="文本占位符 3"/>
          <p:cNvSpPr>
            <a:spLocks noGrp="1"/>
          </p:cNvSpPr>
          <p:nvPr>
            <p:ph type="body" sz="half" idx="2"/>
          </p:nvPr>
        </p:nvSpPr>
        <p:spPr>
          <a:xfrm>
            <a:off x="2254875" y="13167360"/>
            <a:ext cx="11184179" cy="24394163"/>
          </a:xfrm>
          <a:prstGeom prst="rect">
            <a:avLst/>
          </a:prstGeom>
        </p:spPr>
        <p:txBody>
          <a:bodyPr/>
          <a:lstStyle>
            <a:lvl1pPr marL="0" indent="0">
              <a:buNone/>
              <a:defRPr sz="5370"/>
            </a:lvl1pPr>
            <a:lvl2pPr marL="1227455" indent="0">
              <a:buNone/>
              <a:defRPr sz="4835"/>
            </a:lvl2pPr>
            <a:lvl3pPr marL="2454910" indent="0">
              <a:buNone/>
              <a:defRPr sz="4295"/>
            </a:lvl3pPr>
            <a:lvl4pPr marL="3683000" indent="0">
              <a:buNone/>
              <a:defRPr sz="3760"/>
            </a:lvl4pPr>
            <a:lvl5pPr marL="4910455" indent="0">
              <a:buNone/>
              <a:defRPr sz="3760"/>
            </a:lvl5pPr>
            <a:lvl6pPr marL="6137910" indent="0">
              <a:buNone/>
              <a:defRPr sz="3760"/>
            </a:lvl6pPr>
            <a:lvl7pPr marL="7365365" indent="0">
              <a:buNone/>
              <a:defRPr sz="3760"/>
            </a:lvl7pPr>
            <a:lvl8pPr marL="8593455" indent="0">
              <a:buNone/>
              <a:defRPr sz="3760"/>
            </a:lvl8pPr>
            <a:lvl9pPr marL="9820910" indent="0">
              <a:buNone/>
              <a:defRPr sz="3760"/>
            </a:lvl9pPr>
          </a:lstStyle>
          <a:p>
            <a:pPr lvl="0"/>
            <a:r>
              <a:rPr lang="zh-CN" altLang="en-US" noProof="1"/>
              <a:t>单击此处编辑母版文本样式</a:t>
            </a:r>
          </a:p>
        </p:txBody>
      </p:sp>
    </p:spTree>
    <p:extLst>
      <p:ext uri="{BB962C8B-B14F-4D97-AF65-F5344CB8AC3E}">
        <p14:creationId xmlns:p14="http://schemas.microsoft.com/office/powerpoint/2010/main" val="1256553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r>
              <a:rPr lang="zh-CN" altLang="en-US" noProof="1"/>
              <a:t>单击此处编辑母版标题样式</a:t>
            </a:r>
          </a:p>
        </p:txBody>
      </p:sp>
      <p:sp>
        <p:nvSpPr>
          <p:cNvPr id="3" name="竖排文字占位符 2"/>
          <p:cNvSpPr>
            <a:spLocks noGrp="1"/>
          </p:cNvSpPr>
          <p:nvPr>
            <p:ph type="body" orient="vert" idx="1"/>
          </p:nvPr>
        </p:nvSpPr>
        <p:spPr>
          <a:xfrm>
            <a:off x="457200" y="1600200"/>
            <a:ext cx="8229600" cy="4526280"/>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319333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23426811" y="2336800"/>
            <a:ext cx="7058733" cy="37195763"/>
          </a:xfrm>
          <a:prstGeom prst="rect">
            <a:avLst/>
          </a:prstGeo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2250611" y="2336800"/>
            <a:ext cx="20766998" cy="37195763"/>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903143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4092019" y="7183123"/>
            <a:ext cx="24552116" cy="15280640"/>
          </a:xfrm>
          <a:prstGeom prst="rect">
            <a:avLst/>
          </a:prstGeom>
        </p:spPr>
        <p:txBody>
          <a:bodyPr anchor="b"/>
          <a:lstStyle>
            <a:lvl1pPr algn="ctr">
              <a:defRPr sz="16110"/>
            </a:lvl1pPr>
          </a:lstStyle>
          <a:p>
            <a:r>
              <a:rPr lang="zh-CN" altLang="en-US" noProof="1"/>
              <a:t>单击此处编辑母版标题样式</a:t>
            </a:r>
          </a:p>
        </p:txBody>
      </p:sp>
      <p:sp>
        <p:nvSpPr>
          <p:cNvPr id="3" name="副标题 2"/>
          <p:cNvSpPr>
            <a:spLocks noGrp="1"/>
          </p:cNvSpPr>
          <p:nvPr>
            <p:ph type="subTitle" idx="1"/>
          </p:nvPr>
        </p:nvSpPr>
        <p:spPr>
          <a:xfrm>
            <a:off x="4092019" y="23053043"/>
            <a:ext cx="24552116" cy="10596877"/>
          </a:xfrm>
          <a:prstGeom prst="rect">
            <a:avLst/>
          </a:prstGeom>
        </p:spPr>
        <p:txBody>
          <a:bodyPr/>
          <a:lstStyle>
            <a:lvl1pPr marL="0" indent="0" algn="ctr">
              <a:buNone/>
              <a:defRPr sz="6445"/>
            </a:lvl1pPr>
            <a:lvl2pPr marL="1227455" indent="0" algn="ctr">
              <a:buNone/>
              <a:defRPr sz="5370"/>
            </a:lvl2pPr>
            <a:lvl3pPr marL="2454910" indent="0" algn="ctr">
              <a:buNone/>
              <a:defRPr sz="4835"/>
            </a:lvl3pPr>
            <a:lvl4pPr marL="3683000" indent="0" algn="ctr">
              <a:buNone/>
              <a:defRPr sz="4295"/>
            </a:lvl4pPr>
            <a:lvl5pPr marL="4910455" indent="0" algn="ctr">
              <a:buNone/>
              <a:defRPr sz="4295"/>
            </a:lvl5pPr>
            <a:lvl6pPr marL="6137910" indent="0" algn="ctr">
              <a:buNone/>
              <a:defRPr sz="4295"/>
            </a:lvl6pPr>
            <a:lvl7pPr marL="7365365" indent="0" algn="ctr">
              <a:buNone/>
              <a:defRPr sz="4295"/>
            </a:lvl7pPr>
            <a:lvl8pPr marL="8593455" indent="0" algn="ctr">
              <a:buNone/>
              <a:defRPr sz="4295"/>
            </a:lvl8pPr>
            <a:lvl9pPr marL="9820910" indent="0" algn="ctr">
              <a:buNone/>
              <a:defRPr sz="4295"/>
            </a:lvl9pPr>
          </a:lstStyle>
          <a:p>
            <a:r>
              <a:rPr lang="zh-CN" altLang="en-US" noProof="1"/>
              <a:t>单击此处编辑母版副标题样式</a:t>
            </a:r>
          </a:p>
        </p:txBody>
      </p:sp>
    </p:spTree>
    <p:extLst>
      <p:ext uri="{BB962C8B-B14F-4D97-AF65-F5344CB8AC3E}">
        <p14:creationId xmlns:p14="http://schemas.microsoft.com/office/powerpoint/2010/main" val="36516155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idx="1"/>
          </p:nvPr>
        </p:nvSpPr>
        <p:spPr>
          <a:xfrm>
            <a:off x="457200" y="1600200"/>
            <a:ext cx="8229600" cy="4526280"/>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6811325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2233561" y="10942323"/>
            <a:ext cx="28234934" cy="18257517"/>
          </a:xfrm>
          <a:prstGeom prst="rect">
            <a:avLst/>
          </a:prstGeom>
        </p:spPr>
        <p:txBody>
          <a:bodyPr anchor="b"/>
          <a:lstStyle>
            <a:lvl1pPr>
              <a:defRPr sz="16110"/>
            </a:lvl1pPr>
          </a:lstStyle>
          <a:p>
            <a:r>
              <a:rPr lang="zh-CN" altLang="en-US" noProof="1"/>
              <a:t>单击此处编辑母版标题样式</a:t>
            </a:r>
          </a:p>
        </p:txBody>
      </p:sp>
      <p:sp>
        <p:nvSpPr>
          <p:cNvPr id="3" name="文本占位符 2"/>
          <p:cNvSpPr>
            <a:spLocks noGrp="1"/>
          </p:cNvSpPr>
          <p:nvPr>
            <p:ph type="body" idx="1"/>
          </p:nvPr>
        </p:nvSpPr>
        <p:spPr>
          <a:xfrm>
            <a:off x="2233561" y="29372563"/>
            <a:ext cx="28234934" cy="9601197"/>
          </a:xfrm>
          <a:prstGeom prst="rect">
            <a:avLst/>
          </a:prstGeom>
        </p:spPr>
        <p:txBody>
          <a:bodyPr/>
          <a:lstStyle>
            <a:lvl1pPr marL="0" indent="0">
              <a:buNone/>
              <a:defRPr sz="6445">
                <a:solidFill>
                  <a:schemeClr val="tx1">
                    <a:tint val="75000"/>
                  </a:schemeClr>
                </a:solidFill>
              </a:defRPr>
            </a:lvl1pPr>
            <a:lvl2pPr marL="1227455" indent="0">
              <a:buNone/>
              <a:defRPr sz="5370">
                <a:solidFill>
                  <a:schemeClr val="tx1">
                    <a:tint val="75000"/>
                  </a:schemeClr>
                </a:solidFill>
              </a:defRPr>
            </a:lvl2pPr>
            <a:lvl3pPr marL="2454910" indent="0">
              <a:buNone/>
              <a:defRPr sz="4835">
                <a:solidFill>
                  <a:schemeClr val="tx1">
                    <a:tint val="75000"/>
                  </a:schemeClr>
                </a:solidFill>
              </a:defRPr>
            </a:lvl3pPr>
            <a:lvl4pPr marL="3683000" indent="0">
              <a:buNone/>
              <a:defRPr sz="4295">
                <a:solidFill>
                  <a:schemeClr val="tx1">
                    <a:tint val="75000"/>
                  </a:schemeClr>
                </a:solidFill>
              </a:defRPr>
            </a:lvl4pPr>
            <a:lvl5pPr marL="4910455" indent="0">
              <a:buNone/>
              <a:defRPr sz="4295">
                <a:solidFill>
                  <a:schemeClr val="tx1">
                    <a:tint val="75000"/>
                  </a:schemeClr>
                </a:solidFill>
              </a:defRPr>
            </a:lvl5pPr>
            <a:lvl6pPr marL="6137910" indent="0">
              <a:buNone/>
              <a:defRPr sz="4295">
                <a:solidFill>
                  <a:schemeClr val="tx1">
                    <a:tint val="75000"/>
                  </a:schemeClr>
                </a:solidFill>
              </a:defRPr>
            </a:lvl6pPr>
            <a:lvl7pPr marL="7365365" indent="0">
              <a:buNone/>
              <a:defRPr sz="4295">
                <a:solidFill>
                  <a:schemeClr val="tx1">
                    <a:tint val="75000"/>
                  </a:schemeClr>
                </a:solidFill>
              </a:defRPr>
            </a:lvl7pPr>
            <a:lvl8pPr marL="8593455" indent="0">
              <a:buNone/>
              <a:defRPr sz="4295">
                <a:solidFill>
                  <a:schemeClr val="tx1">
                    <a:tint val="75000"/>
                  </a:schemeClr>
                </a:solidFill>
              </a:defRPr>
            </a:lvl8pPr>
            <a:lvl9pPr marL="9820910" indent="0">
              <a:buNone/>
              <a:defRPr sz="4295">
                <a:solidFill>
                  <a:schemeClr val="tx1">
                    <a:tint val="75000"/>
                  </a:schemeClr>
                </a:solidFill>
              </a:defRPr>
            </a:lvl9pPr>
          </a:lstStyle>
          <a:p>
            <a:pPr lvl="0"/>
            <a:r>
              <a:rPr lang="zh-CN" altLang="en-US" noProof="1"/>
              <a:t>单击此处编辑母版文本样式</a:t>
            </a:r>
          </a:p>
        </p:txBody>
      </p:sp>
    </p:spTree>
    <p:extLst>
      <p:ext uri="{BB962C8B-B14F-4D97-AF65-F5344CB8AC3E}">
        <p14:creationId xmlns:p14="http://schemas.microsoft.com/office/powerpoint/2010/main" val="13698269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sz="half" idx="1"/>
          </p:nvPr>
        </p:nvSpPr>
        <p:spPr>
          <a:xfrm>
            <a:off x="2250611" y="11684000"/>
            <a:ext cx="13912866" cy="278485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16572678" y="11684000"/>
            <a:ext cx="13912866" cy="278485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42415780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2254875" y="2336800"/>
            <a:ext cx="28234934" cy="8483603"/>
          </a:xfrm>
          <a:prstGeom prst="rect">
            <a:avLst/>
          </a:prstGeom>
        </p:spPr>
        <p:txBody>
          <a:bodyPr/>
          <a:lstStyle/>
          <a:p>
            <a:r>
              <a:rPr lang="zh-CN" altLang="en-US" noProof="1"/>
              <a:t>单击此处编辑母版标题样式</a:t>
            </a:r>
          </a:p>
        </p:txBody>
      </p:sp>
      <p:sp>
        <p:nvSpPr>
          <p:cNvPr id="3" name="文本占位符 2"/>
          <p:cNvSpPr>
            <a:spLocks noGrp="1"/>
          </p:cNvSpPr>
          <p:nvPr>
            <p:ph type="body" idx="1"/>
          </p:nvPr>
        </p:nvSpPr>
        <p:spPr>
          <a:xfrm>
            <a:off x="3186550" y="11382003"/>
            <a:ext cx="13085800" cy="5273037"/>
          </a:xfrm>
          <a:prstGeom prst="rect">
            <a:avLst/>
          </a:prstGeom>
        </p:spPr>
        <p:txBody>
          <a:bodyPr anchor="ctr" anchorCtr="0"/>
          <a:lstStyle>
            <a:lvl1pPr marL="0" indent="0">
              <a:buNone/>
              <a:defRPr sz="7520"/>
            </a:lvl1pPr>
            <a:lvl2pPr marL="1227455" indent="0">
              <a:buNone/>
              <a:defRPr sz="6445"/>
            </a:lvl2pPr>
            <a:lvl3pPr marL="2454910" indent="0">
              <a:buNone/>
              <a:defRPr sz="5370"/>
            </a:lvl3pPr>
            <a:lvl4pPr marL="3683000" indent="0">
              <a:buNone/>
              <a:defRPr sz="4835"/>
            </a:lvl4pPr>
            <a:lvl5pPr marL="4910455" indent="0">
              <a:buNone/>
              <a:defRPr sz="4835"/>
            </a:lvl5pPr>
            <a:lvl6pPr marL="6137910" indent="0">
              <a:buNone/>
              <a:defRPr sz="4835"/>
            </a:lvl6pPr>
            <a:lvl7pPr marL="7365365" indent="0">
              <a:buNone/>
              <a:defRPr sz="4835"/>
            </a:lvl7pPr>
            <a:lvl8pPr marL="8593455" indent="0">
              <a:buNone/>
              <a:defRPr sz="4835"/>
            </a:lvl8pPr>
            <a:lvl9pPr marL="9820910" indent="0">
              <a:buNone/>
              <a:defRPr sz="4835"/>
            </a:lvl9pPr>
          </a:lstStyle>
          <a:p>
            <a:pPr lvl="0"/>
            <a:r>
              <a:rPr lang="zh-CN" altLang="en-US" noProof="1"/>
              <a:t>单击此处编辑母版文本样式</a:t>
            </a:r>
          </a:p>
        </p:txBody>
      </p:sp>
      <p:sp>
        <p:nvSpPr>
          <p:cNvPr id="4" name="内容占位符 3"/>
          <p:cNvSpPr>
            <a:spLocks noGrp="1"/>
          </p:cNvSpPr>
          <p:nvPr>
            <p:ph sz="half" idx="2"/>
          </p:nvPr>
        </p:nvSpPr>
        <p:spPr>
          <a:xfrm>
            <a:off x="3186550" y="17058426"/>
            <a:ext cx="13085800" cy="2255541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16800204" y="11382003"/>
            <a:ext cx="13150247" cy="5273037"/>
          </a:xfrm>
          <a:prstGeom prst="rect">
            <a:avLst/>
          </a:prstGeom>
        </p:spPr>
        <p:txBody>
          <a:bodyPr anchor="ctr" anchorCtr="0"/>
          <a:lstStyle>
            <a:lvl1pPr marL="0" indent="0">
              <a:buNone/>
              <a:defRPr sz="7520"/>
            </a:lvl1pPr>
            <a:lvl2pPr marL="1227455" indent="0">
              <a:buNone/>
              <a:defRPr sz="6445"/>
            </a:lvl2pPr>
            <a:lvl3pPr marL="2454910" indent="0">
              <a:buNone/>
              <a:defRPr sz="5370"/>
            </a:lvl3pPr>
            <a:lvl4pPr marL="3683000" indent="0">
              <a:buNone/>
              <a:defRPr sz="4835"/>
            </a:lvl4pPr>
            <a:lvl5pPr marL="4910455" indent="0">
              <a:buNone/>
              <a:defRPr sz="4835"/>
            </a:lvl5pPr>
            <a:lvl6pPr marL="6137910" indent="0">
              <a:buNone/>
              <a:defRPr sz="4835"/>
            </a:lvl6pPr>
            <a:lvl7pPr marL="7365365" indent="0">
              <a:buNone/>
              <a:defRPr sz="4835"/>
            </a:lvl7pPr>
            <a:lvl8pPr marL="8593455" indent="0">
              <a:buNone/>
              <a:defRPr sz="4835"/>
            </a:lvl8pPr>
            <a:lvl9pPr marL="9820910" indent="0">
              <a:buNone/>
              <a:defRPr sz="4835"/>
            </a:lvl9pPr>
          </a:lstStyle>
          <a:p>
            <a:pPr lvl="0"/>
            <a:r>
              <a:rPr lang="zh-CN" altLang="en-US" noProof="1"/>
              <a:t>单击此处编辑母版文本样式</a:t>
            </a:r>
          </a:p>
        </p:txBody>
      </p:sp>
      <p:sp>
        <p:nvSpPr>
          <p:cNvPr id="6" name="内容占位符 5"/>
          <p:cNvSpPr>
            <a:spLocks noGrp="1"/>
          </p:cNvSpPr>
          <p:nvPr>
            <p:ph sz="quarter" idx="4"/>
          </p:nvPr>
        </p:nvSpPr>
        <p:spPr>
          <a:xfrm>
            <a:off x="16800204" y="17058426"/>
            <a:ext cx="13150247" cy="2255541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1077926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r>
              <a:rPr lang="zh-CN" altLang="en-US" noProof="1"/>
              <a:t>单击此处编辑母版标题样式</a:t>
            </a:r>
          </a:p>
        </p:txBody>
      </p:sp>
    </p:spTree>
    <p:extLst>
      <p:ext uri="{BB962C8B-B14F-4D97-AF65-F5344CB8AC3E}">
        <p14:creationId xmlns:p14="http://schemas.microsoft.com/office/powerpoint/2010/main" val="16276543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483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4875" y="2926080"/>
            <a:ext cx="10558261" cy="10241280"/>
          </a:xfrm>
          <a:prstGeom prst="rect">
            <a:avLst/>
          </a:prstGeom>
        </p:spPr>
        <p:txBody>
          <a:bodyPr anchor="b"/>
          <a:lstStyle>
            <a:lvl1pPr>
              <a:defRPr sz="8590"/>
            </a:lvl1pPr>
          </a:lstStyle>
          <a:p>
            <a:r>
              <a:rPr lang="zh-CN" altLang="en-US" noProof="1"/>
              <a:t>单击此处编辑母版标题样式</a:t>
            </a:r>
          </a:p>
        </p:txBody>
      </p:sp>
      <p:sp>
        <p:nvSpPr>
          <p:cNvPr id="3" name="内容占位符 2"/>
          <p:cNvSpPr>
            <a:spLocks noGrp="1"/>
          </p:cNvSpPr>
          <p:nvPr>
            <p:ph idx="1"/>
          </p:nvPr>
        </p:nvSpPr>
        <p:spPr>
          <a:xfrm>
            <a:off x="13917130" y="6319520"/>
            <a:ext cx="16572678" cy="31191200"/>
          </a:xfrm>
          <a:prstGeom prst="rect">
            <a:avLst/>
          </a:prstGeom>
        </p:spPr>
        <p:txBody>
          <a:bodyPr/>
          <a:lstStyle>
            <a:lvl1pPr>
              <a:defRPr sz="8590"/>
            </a:lvl1pPr>
            <a:lvl2pPr>
              <a:defRPr sz="7520"/>
            </a:lvl2pPr>
            <a:lvl3pPr>
              <a:defRPr sz="6445"/>
            </a:lvl3pPr>
            <a:lvl4pPr>
              <a:defRPr sz="5370"/>
            </a:lvl4pPr>
            <a:lvl5pPr>
              <a:defRPr sz="5370"/>
            </a:lvl5pPr>
            <a:lvl6pPr>
              <a:defRPr sz="5370"/>
            </a:lvl6pPr>
            <a:lvl7pPr>
              <a:defRPr sz="5370"/>
            </a:lvl7pPr>
            <a:lvl8pPr>
              <a:defRPr sz="5370"/>
            </a:lvl8pPr>
            <a:lvl9pPr>
              <a:defRPr sz="537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2254875" y="13167360"/>
            <a:ext cx="10558261" cy="24394163"/>
          </a:xfrm>
          <a:prstGeom prst="rect">
            <a:avLst/>
          </a:prstGeom>
        </p:spPr>
        <p:txBody>
          <a:bodyPr/>
          <a:lstStyle>
            <a:lvl1pPr marL="0" indent="0">
              <a:buNone/>
              <a:defRPr sz="4295"/>
            </a:lvl1pPr>
            <a:lvl2pPr marL="1227455" indent="0">
              <a:buNone/>
              <a:defRPr sz="3760"/>
            </a:lvl2pPr>
            <a:lvl3pPr marL="2454910" indent="0">
              <a:buNone/>
              <a:defRPr sz="3220"/>
            </a:lvl3pPr>
            <a:lvl4pPr marL="3683000" indent="0">
              <a:buNone/>
              <a:defRPr sz="2685"/>
            </a:lvl4pPr>
            <a:lvl5pPr marL="4910455" indent="0">
              <a:buNone/>
              <a:defRPr sz="2685"/>
            </a:lvl5pPr>
            <a:lvl6pPr marL="6137910" indent="0">
              <a:buNone/>
              <a:defRPr sz="2685"/>
            </a:lvl6pPr>
            <a:lvl7pPr marL="7365365" indent="0">
              <a:buNone/>
              <a:defRPr sz="2685"/>
            </a:lvl7pPr>
            <a:lvl8pPr marL="8593455" indent="0">
              <a:buNone/>
              <a:defRPr sz="2685"/>
            </a:lvl8pPr>
            <a:lvl9pPr marL="9820910" indent="0">
              <a:buNone/>
              <a:defRPr sz="2685"/>
            </a:lvl9pPr>
          </a:lstStyle>
          <a:p>
            <a:pPr lvl="0"/>
            <a:r>
              <a:rPr lang="zh-CN" altLang="en-US" noProof="1"/>
              <a:t>单击此处编辑母版文本样式</a:t>
            </a:r>
          </a:p>
        </p:txBody>
      </p:sp>
    </p:spTree>
    <p:extLst>
      <p:ext uri="{BB962C8B-B14F-4D97-AF65-F5344CB8AC3E}">
        <p14:creationId xmlns:p14="http://schemas.microsoft.com/office/powerpoint/2010/main" val="18746970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4875" y="2926080"/>
            <a:ext cx="11184179" cy="10241280"/>
          </a:xfrm>
          <a:prstGeom prst="rect">
            <a:avLst/>
          </a:prstGeom>
        </p:spPr>
        <p:txBody>
          <a:bodyPr anchor="b"/>
          <a:lstStyle>
            <a:lvl1pPr>
              <a:defRPr sz="8590"/>
            </a:lvl1pPr>
          </a:lstStyle>
          <a:p>
            <a:r>
              <a:rPr lang="zh-CN" altLang="en-US" noProof="1"/>
              <a:t>单击此处编辑母版标题样式</a:t>
            </a:r>
          </a:p>
        </p:txBody>
      </p:sp>
      <p:sp>
        <p:nvSpPr>
          <p:cNvPr id="3" name="图片占位符 2"/>
          <p:cNvSpPr>
            <a:spLocks noGrp="1"/>
          </p:cNvSpPr>
          <p:nvPr>
            <p:ph type="pic" idx="1"/>
          </p:nvPr>
        </p:nvSpPr>
        <p:spPr>
          <a:xfrm>
            <a:off x="13917130" y="2926086"/>
            <a:ext cx="16572678" cy="34584640"/>
          </a:xfrm>
          <a:prstGeom prst="rect">
            <a:avLst/>
          </a:prstGeom>
        </p:spPr>
        <p:txBody>
          <a:bodyPr/>
          <a:lstStyle>
            <a:lvl1pPr marL="0" indent="0">
              <a:buNone/>
              <a:defRPr sz="8590"/>
            </a:lvl1pPr>
            <a:lvl2pPr marL="1227455" indent="0">
              <a:buNone/>
              <a:defRPr sz="7520"/>
            </a:lvl2pPr>
            <a:lvl3pPr marL="2454910" indent="0">
              <a:buNone/>
              <a:defRPr sz="6445"/>
            </a:lvl3pPr>
            <a:lvl4pPr marL="3683000" indent="0">
              <a:buNone/>
              <a:defRPr sz="5370"/>
            </a:lvl4pPr>
            <a:lvl5pPr marL="4910455" indent="0">
              <a:buNone/>
              <a:defRPr sz="5370"/>
            </a:lvl5pPr>
            <a:lvl6pPr marL="6137910" indent="0">
              <a:buNone/>
              <a:defRPr sz="5370"/>
            </a:lvl6pPr>
            <a:lvl7pPr marL="7365365" indent="0">
              <a:buNone/>
              <a:defRPr sz="5370"/>
            </a:lvl7pPr>
            <a:lvl8pPr marL="8593455" indent="0">
              <a:buNone/>
              <a:defRPr sz="5370"/>
            </a:lvl8pPr>
            <a:lvl9pPr marL="9820910" indent="0">
              <a:buNone/>
              <a:defRPr sz="5370"/>
            </a:lvl9pPr>
          </a:lstStyle>
          <a:p>
            <a:pPr lvl="0"/>
            <a:endParaRPr lang="zh-CN" altLang="en-US" noProof="1">
              <a:sym typeface="Calibri" panose="020F0502020204030204" pitchFamily="34" charset="0"/>
            </a:endParaRPr>
          </a:p>
        </p:txBody>
      </p:sp>
      <p:sp>
        <p:nvSpPr>
          <p:cNvPr id="4" name="文本占位符 3"/>
          <p:cNvSpPr>
            <a:spLocks noGrp="1"/>
          </p:cNvSpPr>
          <p:nvPr>
            <p:ph type="body" sz="half" idx="2"/>
          </p:nvPr>
        </p:nvSpPr>
        <p:spPr>
          <a:xfrm>
            <a:off x="2254875" y="13167360"/>
            <a:ext cx="11184179" cy="24394163"/>
          </a:xfrm>
          <a:prstGeom prst="rect">
            <a:avLst/>
          </a:prstGeom>
        </p:spPr>
        <p:txBody>
          <a:bodyPr/>
          <a:lstStyle>
            <a:lvl1pPr marL="0" indent="0">
              <a:buNone/>
              <a:defRPr sz="5370"/>
            </a:lvl1pPr>
            <a:lvl2pPr marL="1227455" indent="0">
              <a:buNone/>
              <a:defRPr sz="4835"/>
            </a:lvl2pPr>
            <a:lvl3pPr marL="2454910" indent="0">
              <a:buNone/>
              <a:defRPr sz="4295"/>
            </a:lvl3pPr>
            <a:lvl4pPr marL="3683000" indent="0">
              <a:buNone/>
              <a:defRPr sz="3760"/>
            </a:lvl4pPr>
            <a:lvl5pPr marL="4910455" indent="0">
              <a:buNone/>
              <a:defRPr sz="3760"/>
            </a:lvl5pPr>
            <a:lvl6pPr marL="6137910" indent="0">
              <a:buNone/>
              <a:defRPr sz="3760"/>
            </a:lvl6pPr>
            <a:lvl7pPr marL="7365365" indent="0">
              <a:buNone/>
              <a:defRPr sz="3760"/>
            </a:lvl7pPr>
            <a:lvl8pPr marL="8593455" indent="0">
              <a:buNone/>
              <a:defRPr sz="3760"/>
            </a:lvl8pPr>
            <a:lvl9pPr marL="9820910" indent="0">
              <a:buNone/>
              <a:defRPr sz="3760"/>
            </a:lvl9pPr>
          </a:lstStyle>
          <a:p>
            <a:pPr lvl="0"/>
            <a:r>
              <a:rPr lang="zh-CN" altLang="en-US" noProof="1"/>
              <a:t>单击此处编辑母版文本样式</a:t>
            </a:r>
          </a:p>
        </p:txBody>
      </p:sp>
    </p:spTree>
    <p:extLst>
      <p:ext uri="{BB962C8B-B14F-4D97-AF65-F5344CB8AC3E}">
        <p14:creationId xmlns:p14="http://schemas.microsoft.com/office/powerpoint/2010/main" val="29276964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r>
              <a:rPr lang="zh-CN" altLang="en-US" noProof="1"/>
              <a:t>单击此处编辑母版标题样式</a:t>
            </a:r>
          </a:p>
        </p:txBody>
      </p:sp>
      <p:sp>
        <p:nvSpPr>
          <p:cNvPr id="3" name="竖排文字占位符 2"/>
          <p:cNvSpPr>
            <a:spLocks noGrp="1"/>
          </p:cNvSpPr>
          <p:nvPr>
            <p:ph type="body" orient="vert" idx="1"/>
          </p:nvPr>
        </p:nvSpPr>
        <p:spPr>
          <a:xfrm>
            <a:off x="457200" y="1600200"/>
            <a:ext cx="8229600" cy="4526280"/>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2398864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23426811" y="2336800"/>
            <a:ext cx="7058733" cy="37195763"/>
          </a:xfrm>
          <a:prstGeom prst="rect">
            <a:avLst/>
          </a:prstGeo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2250611" y="2336800"/>
            <a:ext cx="20766998" cy="37195763"/>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8945996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4092019" y="7183123"/>
            <a:ext cx="24552116" cy="15280640"/>
          </a:xfrm>
          <a:prstGeom prst="rect">
            <a:avLst/>
          </a:prstGeom>
        </p:spPr>
        <p:txBody>
          <a:bodyPr anchor="b"/>
          <a:lstStyle>
            <a:lvl1pPr algn="ctr">
              <a:defRPr sz="16110"/>
            </a:lvl1pPr>
          </a:lstStyle>
          <a:p>
            <a:r>
              <a:rPr lang="zh-CN" altLang="en-US" noProof="1"/>
              <a:t>单击此处编辑母版标题样式</a:t>
            </a:r>
          </a:p>
        </p:txBody>
      </p:sp>
      <p:sp>
        <p:nvSpPr>
          <p:cNvPr id="3" name="副标题 2"/>
          <p:cNvSpPr>
            <a:spLocks noGrp="1"/>
          </p:cNvSpPr>
          <p:nvPr>
            <p:ph type="subTitle" idx="1"/>
          </p:nvPr>
        </p:nvSpPr>
        <p:spPr>
          <a:xfrm>
            <a:off x="4092019" y="23053043"/>
            <a:ext cx="24552116" cy="10596877"/>
          </a:xfrm>
          <a:prstGeom prst="rect">
            <a:avLst/>
          </a:prstGeom>
        </p:spPr>
        <p:txBody>
          <a:bodyPr/>
          <a:lstStyle>
            <a:lvl1pPr marL="0" indent="0" algn="ctr">
              <a:buNone/>
              <a:defRPr sz="6445"/>
            </a:lvl1pPr>
            <a:lvl2pPr marL="1227455" indent="0" algn="ctr">
              <a:buNone/>
              <a:defRPr sz="5370"/>
            </a:lvl2pPr>
            <a:lvl3pPr marL="2454910" indent="0" algn="ctr">
              <a:buNone/>
              <a:defRPr sz="4835"/>
            </a:lvl3pPr>
            <a:lvl4pPr marL="3683000" indent="0" algn="ctr">
              <a:buNone/>
              <a:defRPr sz="4295"/>
            </a:lvl4pPr>
            <a:lvl5pPr marL="4910455" indent="0" algn="ctr">
              <a:buNone/>
              <a:defRPr sz="4295"/>
            </a:lvl5pPr>
            <a:lvl6pPr marL="6137910" indent="0" algn="ctr">
              <a:buNone/>
              <a:defRPr sz="4295"/>
            </a:lvl6pPr>
            <a:lvl7pPr marL="7365365" indent="0" algn="ctr">
              <a:buNone/>
              <a:defRPr sz="4295"/>
            </a:lvl7pPr>
            <a:lvl8pPr marL="8593455" indent="0" algn="ctr">
              <a:buNone/>
              <a:defRPr sz="4295"/>
            </a:lvl8pPr>
            <a:lvl9pPr marL="9820910" indent="0" algn="ctr">
              <a:buNone/>
              <a:defRPr sz="4295"/>
            </a:lvl9pPr>
          </a:lstStyle>
          <a:p>
            <a:r>
              <a:rPr lang="zh-CN" altLang="en-US" noProof="1"/>
              <a:t>单击此处编辑母版副标题样式</a:t>
            </a:r>
          </a:p>
        </p:txBody>
      </p:sp>
    </p:spTree>
    <p:extLst>
      <p:ext uri="{BB962C8B-B14F-4D97-AF65-F5344CB8AC3E}">
        <p14:creationId xmlns:p14="http://schemas.microsoft.com/office/powerpoint/2010/main" val="2321127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idx="1"/>
          </p:nvPr>
        </p:nvSpPr>
        <p:spPr>
          <a:xfrm>
            <a:off x="457200" y="1600200"/>
            <a:ext cx="8229600" cy="4526280"/>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8459246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2233561" y="10942323"/>
            <a:ext cx="28234934" cy="18257517"/>
          </a:xfrm>
          <a:prstGeom prst="rect">
            <a:avLst/>
          </a:prstGeom>
        </p:spPr>
        <p:txBody>
          <a:bodyPr anchor="b"/>
          <a:lstStyle>
            <a:lvl1pPr>
              <a:defRPr sz="16110"/>
            </a:lvl1pPr>
          </a:lstStyle>
          <a:p>
            <a:r>
              <a:rPr lang="zh-CN" altLang="en-US" noProof="1"/>
              <a:t>单击此处编辑母版标题样式</a:t>
            </a:r>
          </a:p>
        </p:txBody>
      </p:sp>
      <p:sp>
        <p:nvSpPr>
          <p:cNvPr id="3" name="文本占位符 2"/>
          <p:cNvSpPr>
            <a:spLocks noGrp="1"/>
          </p:cNvSpPr>
          <p:nvPr>
            <p:ph type="body" idx="1"/>
          </p:nvPr>
        </p:nvSpPr>
        <p:spPr>
          <a:xfrm>
            <a:off x="2233561" y="29372563"/>
            <a:ext cx="28234934" cy="9601197"/>
          </a:xfrm>
          <a:prstGeom prst="rect">
            <a:avLst/>
          </a:prstGeom>
        </p:spPr>
        <p:txBody>
          <a:bodyPr/>
          <a:lstStyle>
            <a:lvl1pPr marL="0" indent="0">
              <a:buNone/>
              <a:defRPr sz="6445">
                <a:solidFill>
                  <a:schemeClr val="tx1">
                    <a:tint val="75000"/>
                  </a:schemeClr>
                </a:solidFill>
              </a:defRPr>
            </a:lvl1pPr>
            <a:lvl2pPr marL="1227455" indent="0">
              <a:buNone/>
              <a:defRPr sz="5370">
                <a:solidFill>
                  <a:schemeClr val="tx1">
                    <a:tint val="75000"/>
                  </a:schemeClr>
                </a:solidFill>
              </a:defRPr>
            </a:lvl2pPr>
            <a:lvl3pPr marL="2454910" indent="0">
              <a:buNone/>
              <a:defRPr sz="4835">
                <a:solidFill>
                  <a:schemeClr val="tx1">
                    <a:tint val="75000"/>
                  </a:schemeClr>
                </a:solidFill>
              </a:defRPr>
            </a:lvl3pPr>
            <a:lvl4pPr marL="3683000" indent="0">
              <a:buNone/>
              <a:defRPr sz="4295">
                <a:solidFill>
                  <a:schemeClr val="tx1">
                    <a:tint val="75000"/>
                  </a:schemeClr>
                </a:solidFill>
              </a:defRPr>
            </a:lvl4pPr>
            <a:lvl5pPr marL="4910455" indent="0">
              <a:buNone/>
              <a:defRPr sz="4295">
                <a:solidFill>
                  <a:schemeClr val="tx1">
                    <a:tint val="75000"/>
                  </a:schemeClr>
                </a:solidFill>
              </a:defRPr>
            </a:lvl5pPr>
            <a:lvl6pPr marL="6137910" indent="0">
              <a:buNone/>
              <a:defRPr sz="4295">
                <a:solidFill>
                  <a:schemeClr val="tx1">
                    <a:tint val="75000"/>
                  </a:schemeClr>
                </a:solidFill>
              </a:defRPr>
            </a:lvl6pPr>
            <a:lvl7pPr marL="7365365" indent="0">
              <a:buNone/>
              <a:defRPr sz="4295">
                <a:solidFill>
                  <a:schemeClr val="tx1">
                    <a:tint val="75000"/>
                  </a:schemeClr>
                </a:solidFill>
              </a:defRPr>
            </a:lvl7pPr>
            <a:lvl8pPr marL="8593455" indent="0">
              <a:buNone/>
              <a:defRPr sz="4295">
                <a:solidFill>
                  <a:schemeClr val="tx1">
                    <a:tint val="75000"/>
                  </a:schemeClr>
                </a:solidFill>
              </a:defRPr>
            </a:lvl8pPr>
            <a:lvl9pPr marL="9820910" indent="0">
              <a:buNone/>
              <a:defRPr sz="4295">
                <a:solidFill>
                  <a:schemeClr val="tx1">
                    <a:tint val="75000"/>
                  </a:schemeClr>
                </a:solidFill>
              </a:defRPr>
            </a:lvl9pPr>
          </a:lstStyle>
          <a:p>
            <a:pPr lvl="0"/>
            <a:r>
              <a:rPr lang="zh-CN" altLang="en-US" noProof="1"/>
              <a:t>单击此处编辑母版文本样式</a:t>
            </a:r>
          </a:p>
        </p:txBody>
      </p:sp>
    </p:spTree>
    <p:extLst>
      <p:ext uri="{BB962C8B-B14F-4D97-AF65-F5344CB8AC3E}">
        <p14:creationId xmlns:p14="http://schemas.microsoft.com/office/powerpoint/2010/main" val="11026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sz="half" idx="1"/>
          </p:nvPr>
        </p:nvSpPr>
        <p:spPr>
          <a:xfrm>
            <a:off x="2250611" y="11684000"/>
            <a:ext cx="13912866" cy="278485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16572678" y="11684000"/>
            <a:ext cx="13912866" cy="278485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5305548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2254875" y="2336800"/>
            <a:ext cx="28234934" cy="8483603"/>
          </a:xfrm>
          <a:prstGeom prst="rect">
            <a:avLst/>
          </a:prstGeom>
        </p:spPr>
        <p:txBody>
          <a:bodyPr/>
          <a:lstStyle/>
          <a:p>
            <a:r>
              <a:rPr lang="zh-CN" altLang="en-US" noProof="1"/>
              <a:t>单击此处编辑母版标题样式</a:t>
            </a:r>
          </a:p>
        </p:txBody>
      </p:sp>
      <p:sp>
        <p:nvSpPr>
          <p:cNvPr id="3" name="文本占位符 2"/>
          <p:cNvSpPr>
            <a:spLocks noGrp="1"/>
          </p:cNvSpPr>
          <p:nvPr>
            <p:ph type="body" idx="1"/>
          </p:nvPr>
        </p:nvSpPr>
        <p:spPr>
          <a:xfrm>
            <a:off x="3186550" y="11382003"/>
            <a:ext cx="13085800" cy="5273037"/>
          </a:xfrm>
          <a:prstGeom prst="rect">
            <a:avLst/>
          </a:prstGeom>
        </p:spPr>
        <p:txBody>
          <a:bodyPr anchor="ctr" anchorCtr="0"/>
          <a:lstStyle>
            <a:lvl1pPr marL="0" indent="0">
              <a:buNone/>
              <a:defRPr sz="7520"/>
            </a:lvl1pPr>
            <a:lvl2pPr marL="1227455" indent="0">
              <a:buNone/>
              <a:defRPr sz="6445"/>
            </a:lvl2pPr>
            <a:lvl3pPr marL="2454910" indent="0">
              <a:buNone/>
              <a:defRPr sz="5370"/>
            </a:lvl3pPr>
            <a:lvl4pPr marL="3683000" indent="0">
              <a:buNone/>
              <a:defRPr sz="4835"/>
            </a:lvl4pPr>
            <a:lvl5pPr marL="4910455" indent="0">
              <a:buNone/>
              <a:defRPr sz="4835"/>
            </a:lvl5pPr>
            <a:lvl6pPr marL="6137910" indent="0">
              <a:buNone/>
              <a:defRPr sz="4835"/>
            </a:lvl6pPr>
            <a:lvl7pPr marL="7365365" indent="0">
              <a:buNone/>
              <a:defRPr sz="4835"/>
            </a:lvl7pPr>
            <a:lvl8pPr marL="8593455" indent="0">
              <a:buNone/>
              <a:defRPr sz="4835"/>
            </a:lvl8pPr>
            <a:lvl9pPr marL="9820910" indent="0">
              <a:buNone/>
              <a:defRPr sz="4835"/>
            </a:lvl9pPr>
          </a:lstStyle>
          <a:p>
            <a:pPr lvl="0"/>
            <a:r>
              <a:rPr lang="zh-CN" altLang="en-US" noProof="1"/>
              <a:t>单击此处编辑母版文本样式</a:t>
            </a:r>
          </a:p>
        </p:txBody>
      </p:sp>
      <p:sp>
        <p:nvSpPr>
          <p:cNvPr id="4" name="内容占位符 3"/>
          <p:cNvSpPr>
            <a:spLocks noGrp="1"/>
          </p:cNvSpPr>
          <p:nvPr>
            <p:ph sz="half" idx="2"/>
          </p:nvPr>
        </p:nvSpPr>
        <p:spPr>
          <a:xfrm>
            <a:off x="3186550" y="17058426"/>
            <a:ext cx="13085800" cy="2255541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16800204" y="11382003"/>
            <a:ext cx="13150247" cy="5273037"/>
          </a:xfrm>
          <a:prstGeom prst="rect">
            <a:avLst/>
          </a:prstGeom>
        </p:spPr>
        <p:txBody>
          <a:bodyPr anchor="ctr" anchorCtr="0"/>
          <a:lstStyle>
            <a:lvl1pPr marL="0" indent="0">
              <a:buNone/>
              <a:defRPr sz="7520"/>
            </a:lvl1pPr>
            <a:lvl2pPr marL="1227455" indent="0">
              <a:buNone/>
              <a:defRPr sz="6445"/>
            </a:lvl2pPr>
            <a:lvl3pPr marL="2454910" indent="0">
              <a:buNone/>
              <a:defRPr sz="5370"/>
            </a:lvl3pPr>
            <a:lvl4pPr marL="3683000" indent="0">
              <a:buNone/>
              <a:defRPr sz="4835"/>
            </a:lvl4pPr>
            <a:lvl5pPr marL="4910455" indent="0">
              <a:buNone/>
              <a:defRPr sz="4835"/>
            </a:lvl5pPr>
            <a:lvl6pPr marL="6137910" indent="0">
              <a:buNone/>
              <a:defRPr sz="4835"/>
            </a:lvl6pPr>
            <a:lvl7pPr marL="7365365" indent="0">
              <a:buNone/>
              <a:defRPr sz="4835"/>
            </a:lvl7pPr>
            <a:lvl8pPr marL="8593455" indent="0">
              <a:buNone/>
              <a:defRPr sz="4835"/>
            </a:lvl8pPr>
            <a:lvl9pPr marL="9820910" indent="0">
              <a:buNone/>
              <a:defRPr sz="4835"/>
            </a:lvl9pPr>
          </a:lstStyle>
          <a:p>
            <a:pPr lvl="0"/>
            <a:r>
              <a:rPr lang="zh-CN" altLang="en-US" noProof="1"/>
              <a:t>单击此处编辑母版文本样式</a:t>
            </a:r>
          </a:p>
        </p:txBody>
      </p:sp>
      <p:sp>
        <p:nvSpPr>
          <p:cNvPr id="6" name="内容占位符 5"/>
          <p:cNvSpPr>
            <a:spLocks noGrp="1"/>
          </p:cNvSpPr>
          <p:nvPr>
            <p:ph sz="quarter" idx="4"/>
          </p:nvPr>
        </p:nvSpPr>
        <p:spPr>
          <a:xfrm>
            <a:off x="16800204" y="17058426"/>
            <a:ext cx="13150247" cy="2255541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2667610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r>
              <a:rPr lang="zh-CN" altLang="en-US" noProof="1"/>
              <a:t>单击此处编辑母版标题样式</a:t>
            </a:r>
          </a:p>
        </p:txBody>
      </p:sp>
    </p:spTree>
    <p:extLst>
      <p:ext uri="{BB962C8B-B14F-4D97-AF65-F5344CB8AC3E}">
        <p14:creationId xmlns:p14="http://schemas.microsoft.com/office/powerpoint/2010/main" val="8905925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09350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4875" y="2926080"/>
            <a:ext cx="10558261" cy="10241280"/>
          </a:xfrm>
          <a:prstGeom prst="rect">
            <a:avLst/>
          </a:prstGeom>
        </p:spPr>
        <p:txBody>
          <a:bodyPr anchor="b"/>
          <a:lstStyle>
            <a:lvl1pPr>
              <a:defRPr sz="8590"/>
            </a:lvl1pPr>
          </a:lstStyle>
          <a:p>
            <a:r>
              <a:rPr lang="zh-CN" altLang="en-US" noProof="1"/>
              <a:t>单击此处编辑母版标题样式</a:t>
            </a:r>
          </a:p>
        </p:txBody>
      </p:sp>
      <p:sp>
        <p:nvSpPr>
          <p:cNvPr id="3" name="内容占位符 2"/>
          <p:cNvSpPr>
            <a:spLocks noGrp="1"/>
          </p:cNvSpPr>
          <p:nvPr>
            <p:ph idx="1"/>
          </p:nvPr>
        </p:nvSpPr>
        <p:spPr>
          <a:xfrm>
            <a:off x="13917130" y="6319520"/>
            <a:ext cx="16572678" cy="31191200"/>
          </a:xfrm>
          <a:prstGeom prst="rect">
            <a:avLst/>
          </a:prstGeom>
        </p:spPr>
        <p:txBody>
          <a:bodyPr/>
          <a:lstStyle>
            <a:lvl1pPr>
              <a:defRPr sz="8590"/>
            </a:lvl1pPr>
            <a:lvl2pPr>
              <a:defRPr sz="7520"/>
            </a:lvl2pPr>
            <a:lvl3pPr>
              <a:defRPr sz="6445"/>
            </a:lvl3pPr>
            <a:lvl4pPr>
              <a:defRPr sz="5370"/>
            </a:lvl4pPr>
            <a:lvl5pPr>
              <a:defRPr sz="5370"/>
            </a:lvl5pPr>
            <a:lvl6pPr>
              <a:defRPr sz="5370"/>
            </a:lvl6pPr>
            <a:lvl7pPr>
              <a:defRPr sz="5370"/>
            </a:lvl7pPr>
            <a:lvl8pPr>
              <a:defRPr sz="5370"/>
            </a:lvl8pPr>
            <a:lvl9pPr>
              <a:defRPr sz="537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2254875" y="13167360"/>
            <a:ext cx="10558261" cy="24394163"/>
          </a:xfrm>
          <a:prstGeom prst="rect">
            <a:avLst/>
          </a:prstGeom>
        </p:spPr>
        <p:txBody>
          <a:bodyPr/>
          <a:lstStyle>
            <a:lvl1pPr marL="0" indent="0">
              <a:buNone/>
              <a:defRPr sz="4295"/>
            </a:lvl1pPr>
            <a:lvl2pPr marL="1227455" indent="0">
              <a:buNone/>
              <a:defRPr sz="3760"/>
            </a:lvl2pPr>
            <a:lvl3pPr marL="2454910" indent="0">
              <a:buNone/>
              <a:defRPr sz="3220"/>
            </a:lvl3pPr>
            <a:lvl4pPr marL="3683000" indent="0">
              <a:buNone/>
              <a:defRPr sz="2685"/>
            </a:lvl4pPr>
            <a:lvl5pPr marL="4910455" indent="0">
              <a:buNone/>
              <a:defRPr sz="2685"/>
            </a:lvl5pPr>
            <a:lvl6pPr marL="6137910" indent="0">
              <a:buNone/>
              <a:defRPr sz="2685"/>
            </a:lvl6pPr>
            <a:lvl7pPr marL="7365365" indent="0">
              <a:buNone/>
              <a:defRPr sz="2685"/>
            </a:lvl7pPr>
            <a:lvl8pPr marL="8593455" indent="0">
              <a:buNone/>
              <a:defRPr sz="2685"/>
            </a:lvl8pPr>
            <a:lvl9pPr marL="9820910" indent="0">
              <a:buNone/>
              <a:defRPr sz="2685"/>
            </a:lvl9pPr>
          </a:lstStyle>
          <a:p>
            <a:pPr lvl="0"/>
            <a:r>
              <a:rPr lang="zh-CN" altLang="en-US" noProof="1"/>
              <a:t>单击此处编辑母版文本样式</a:t>
            </a:r>
          </a:p>
        </p:txBody>
      </p:sp>
    </p:spTree>
    <p:extLst>
      <p:ext uri="{BB962C8B-B14F-4D97-AF65-F5344CB8AC3E}">
        <p14:creationId xmlns:p14="http://schemas.microsoft.com/office/powerpoint/2010/main" val="34510622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4875" y="2926080"/>
            <a:ext cx="11184179" cy="10241280"/>
          </a:xfrm>
          <a:prstGeom prst="rect">
            <a:avLst/>
          </a:prstGeom>
        </p:spPr>
        <p:txBody>
          <a:bodyPr anchor="b"/>
          <a:lstStyle>
            <a:lvl1pPr>
              <a:defRPr sz="8590"/>
            </a:lvl1pPr>
          </a:lstStyle>
          <a:p>
            <a:r>
              <a:rPr lang="zh-CN" altLang="en-US" noProof="1"/>
              <a:t>单击此处编辑母版标题样式</a:t>
            </a:r>
          </a:p>
        </p:txBody>
      </p:sp>
      <p:sp>
        <p:nvSpPr>
          <p:cNvPr id="3" name="图片占位符 2"/>
          <p:cNvSpPr>
            <a:spLocks noGrp="1"/>
          </p:cNvSpPr>
          <p:nvPr>
            <p:ph type="pic" idx="1"/>
          </p:nvPr>
        </p:nvSpPr>
        <p:spPr>
          <a:xfrm>
            <a:off x="13917130" y="2926086"/>
            <a:ext cx="16572678" cy="34584640"/>
          </a:xfrm>
          <a:prstGeom prst="rect">
            <a:avLst/>
          </a:prstGeom>
        </p:spPr>
        <p:txBody>
          <a:bodyPr/>
          <a:lstStyle>
            <a:lvl1pPr marL="0" indent="0">
              <a:buNone/>
              <a:defRPr sz="8590"/>
            </a:lvl1pPr>
            <a:lvl2pPr marL="1227455" indent="0">
              <a:buNone/>
              <a:defRPr sz="7520"/>
            </a:lvl2pPr>
            <a:lvl3pPr marL="2454910" indent="0">
              <a:buNone/>
              <a:defRPr sz="6445"/>
            </a:lvl3pPr>
            <a:lvl4pPr marL="3683000" indent="0">
              <a:buNone/>
              <a:defRPr sz="5370"/>
            </a:lvl4pPr>
            <a:lvl5pPr marL="4910455" indent="0">
              <a:buNone/>
              <a:defRPr sz="5370"/>
            </a:lvl5pPr>
            <a:lvl6pPr marL="6137910" indent="0">
              <a:buNone/>
              <a:defRPr sz="5370"/>
            </a:lvl6pPr>
            <a:lvl7pPr marL="7365365" indent="0">
              <a:buNone/>
              <a:defRPr sz="5370"/>
            </a:lvl7pPr>
            <a:lvl8pPr marL="8593455" indent="0">
              <a:buNone/>
              <a:defRPr sz="5370"/>
            </a:lvl8pPr>
            <a:lvl9pPr marL="9820910" indent="0">
              <a:buNone/>
              <a:defRPr sz="5370"/>
            </a:lvl9pPr>
          </a:lstStyle>
          <a:p>
            <a:pPr lvl="0"/>
            <a:endParaRPr lang="zh-CN" altLang="en-US" noProof="1">
              <a:sym typeface="Calibri" panose="020F0502020204030204" pitchFamily="34" charset="0"/>
            </a:endParaRPr>
          </a:p>
        </p:txBody>
      </p:sp>
      <p:sp>
        <p:nvSpPr>
          <p:cNvPr id="4" name="文本占位符 3"/>
          <p:cNvSpPr>
            <a:spLocks noGrp="1"/>
          </p:cNvSpPr>
          <p:nvPr>
            <p:ph type="body" sz="half" idx="2"/>
          </p:nvPr>
        </p:nvSpPr>
        <p:spPr>
          <a:xfrm>
            <a:off x="2254875" y="13167360"/>
            <a:ext cx="11184179" cy="24394163"/>
          </a:xfrm>
          <a:prstGeom prst="rect">
            <a:avLst/>
          </a:prstGeom>
        </p:spPr>
        <p:txBody>
          <a:bodyPr/>
          <a:lstStyle>
            <a:lvl1pPr marL="0" indent="0">
              <a:buNone/>
              <a:defRPr sz="5370"/>
            </a:lvl1pPr>
            <a:lvl2pPr marL="1227455" indent="0">
              <a:buNone/>
              <a:defRPr sz="4835"/>
            </a:lvl2pPr>
            <a:lvl3pPr marL="2454910" indent="0">
              <a:buNone/>
              <a:defRPr sz="4295"/>
            </a:lvl3pPr>
            <a:lvl4pPr marL="3683000" indent="0">
              <a:buNone/>
              <a:defRPr sz="3760"/>
            </a:lvl4pPr>
            <a:lvl5pPr marL="4910455" indent="0">
              <a:buNone/>
              <a:defRPr sz="3760"/>
            </a:lvl5pPr>
            <a:lvl6pPr marL="6137910" indent="0">
              <a:buNone/>
              <a:defRPr sz="3760"/>
            </a:lvl6pPr>
            <a:lvl7pPr marL="7365365" indent="0">
              <a:buNone/>
              <a:defRPr sz="3760"/>
            </a:lvl7pPr>
            <a:lvl8pPr marL="8593455" indent="0">
              <a:buNone/>
              <a:defRPr sz="3760"/>
            </a:lvl8pPr>
            <a:lvl9pPr marL="9820910" indent="0">
              <a:buNone/>
              <a:defRPr sz="3760"/>
            </a:lvl9pPr>
          </a:lstStyle>
          <a:p>
            <a:pPr lvl="0"/>
            <a:r>
              <a:rPr lang="zh-CN" altLang="en-US" noProof="1"/>
              <a:t>单击此处编辑母版文本样式</a:t>
            </a:r>
          </a:p>
        </p:txBody>
      </p:sp>
    </p:spTree>
    <p:extLst>
      <p:ext uri="{BB962C8B-B14F-4D97-AF65-F5344CB8AC3E}">
        <p14:creationId xmlns:p14="http://schemas.microsoft.com/office/powerpoint/2010/main" val="1386202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r>
              <a:rPr lang="zh-CN" altLang="en-US" noProof="1"/>
              <a:t>单击此处编辑母版标题样式</a:t>
            </a:r>
          </a:p>
        </p:txBody>
      </p:sp>
      <p:sp>
        <p:nvSpPr>
          <p:cNvPr id="3" name="竖排文字占位符 2"/>
          <p:cNvSpPr>
            <a:spLocks noGrp="1"/>
          </p:cNvSpPr>
          <p:nvPr>
            <p:ph type="body" orient="vert" idx="1"/>
          </p:nvPr>
        </p:nvSpPr>
        <p:spPr>
          <a:xfrm>
            <a:off x="457200" y="1600200"/>
            <a:ext cx="8229600" cy="4526280"/>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3004775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23426811" y="2336800"/>
            <a:ext cx="7058733" cy="37195763"/>
          </a:xfrm>
          <a:prstGeom prst="rect">
            <a:avLst/>
          </a:prstGeo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2250611" y="2336800"/>
            <a:ext cx="20766998" cy="37195763"/>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873394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14.xml"/><Relationship Id="rId21" Type="http://schemas.openxmlformats.org/officeDocument/2006/relationships/image" Target="../media/image9.png"/><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5.png"/><Relationship Id="rId2" Type="http://schemas.openxmlformats.org/officeDocument/2006/relationships/slideLayout" Target="../slideLayouts/slideLayout13.xml"/><Relationship Id="rId16" Type="http://schemas.openxmlformats.org/officeDocument/2006/relationships/image" Target="../media/image4.png"/><Relationship Id="rId20" Type="http://schemas.openxmlformats.org/officeDocument/2006/relationships/image" Target="../media/image8.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23" Type="http://schemas.openxmlformats.org/officeDocument/2006/relationships/image" Target="../media/image10.jpeg"/><Relationship Id="rId10" Type="http://schemas.openxmlformats.org/officeDocument/2006/relationships/slideLayout" Target="../slideLayouts/slideLayout21.xml"/><Relationship Id="rId19" Type="http://schemas.openxmlformats.org/officeDocument/2006/relationships/image" Target="../media/image7.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 Id="rId22" Type="http://schemas.openxmlformats.org/officeDocument/2006/relationships/hyperlink" Target="http://www.facebook.com/pages/PosterPresentationscom/217914411419?v=app_4949752878&amp;ref=ts" TargetMode="Externa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gradFill rotWithShape="0">
          <a:gsLst>
            <a:gs pos="0">
              <a:srgbClr val="2C3F71"/>
            </a:gs>
            <a:gs pos="50000">
              <a:srgbClr val="AAB8DD"/>
            </a:gs>
            <a:gs pos="100000">
              <a:srgbClr val="E1E7F4"/>
            </a:gs>
          </a:gsLst>
          <a:lin ang="5400000" scaled="1"/>
        </a:gradFill>
        <a:effectLst/>
      </p:bgPr>
    </p:bg>
    <p:spTree>
      <p:nvGrpSpPr>
        <p:cNvPr id="1" name=""/>
        <p:cNvGrpSpPr/>
        <p:nvPr/>
      </p:nvGrpSpPr>
      <p:grpSpPr>
        <a:xfrm>
          <a:off x="0" y="0"/>
          <a:ext cx="0" cy="0"/>
          <a:chOff x="0" y="0"/>
          <a:chExt cx="0" cy="0"/>
        </a:xfrm>
      </p:grpSpPr>
      <p:sp>
        <p:nvSpPr>
          <p:cNvPr id="1026" name="Rectangle 36">
            <a:extLst>
              <a:ext uri="{FF2B5EF4-FFF2-40B4-BE49-F238E27FC236}">
                <a16:creationId xmlns:a16="http://schemas.microsoft.com/office/drawing/2014/main" id="{DB6EFE08-C1AB-4A27-BD81-E80852813CE3}"/>
              </a:ext>
            </a:extLst>
          </p:cNvPr>
          <p:cNvSpPr>
            <a:spLocks noChangeArrowheads="1"/>
          </p:cNvSpPr>
          <p:nvPr/>
        </p:nvSpPr>
        <p:spPr bwMode="auto">
          <a:xfrm>
            <a:off x="0" y="0"/>
            <a:ext cx="32735838" cy="6400800"/>
          </a:xfrm>
          <a:prstGeom prst="rect">
            <a:avLst/>
          </a:prstGeom>
          <a:solidFill>
            <a:srgbClr val="425EA9"/>
          </a:solidFill>
          <a:ln w="9525">
            <a:solidFill>
              <a:schemeClr val="tx1"/>
            </a:solidFill>
            <a:miter lim="800000"/>
            <a:headEnd/>
            <a:tailEnd/>
          </a:ln>
        </p:spPr>
        <p:txBody>
          <a:bodyPr wrap="none" lIns="93910" tIns="46954" rIns="93910" bIns="46954" anchor="ct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zh-CN" sz="1800">
              <a:solidFill>
                <a:srgbClr val="000000"/>
              </a:solidFill>
              <a:latin typeface="Calibri" panose="020F0502020204030204" pitchFamily="34" charset="0"/>
              <a:sym typeface="Calibri" panose="020F0502020204030204" pitchFamily="34" charset="0"/>
            </a:endParaRPr>
          </a:p>
        </p:txBody>
      </p:sp>
      <p:sp>
        <p:nvSpPr>
          <p:cNvPr id="1027" name="Rectangle 9">
            <a:extLst>
              <a:ext uri="{FF2B5EF4-FFF2-40B4-BE49-F238E27FC236}">
                <a16:creationId xmlns:a16="http://schemas.microsoft.com/office/drawing/2014/main" id="{A6329846-FA87-47C9-9911-500CEAB47DDC}"/>
              </a:ext>
            </a:extLst>
          </p:cNvPr>
          <p:cNvSpPr>
            <a:spLocks noChangeArrowheads="1"/>
          </p:cNvSpPr>
          <p:nvPr/>
        </p:nvSpPr>
        <p:spPr bwMode="auto">
          <a:xfrm>
            <a:off x="0" y="6407150"/>
            <a:ext cx="32735838" cy="203200"/>
          </a:xfrm>
          <a:prstGeom prst="rect">
            <a:avLst/>
          </a:prstGeom>
          <a:solidFill>
            <a:srgbClr val="2C3F71"/>
          </a:solidFill>
          <a:ln>
            <a:noFill/>
          </a:ln>
        </p:spPr>
        <p:txBody>
          <a:bodyPr wrap="none" lIns="93910" tIns="46954" rIns="93910" bIns="46954" anchor="ct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zh-CN" sz="1800">
              <a:solidFill>
                <a:srgbClr val="000000"/>
              </a:solidFill>
              <a:latin typeface="Calibri" panose="020F0502020204030204" pitchFamily="34" charset="0"/>
              <a:sym typeface="Calibri" panose="020F0502020204030204" pitchFamily="34" charset="0"/>
            </a:endParaRPr>
          </a:p>
        </p:txBody>
      </p:sp>
      <p:sp>
        <p:nvSpPr>
          <p:cNvPr id="1028" name="矩形 1027">
            <a:extLst>
              <a:ext uri="{FF2B5EF4-FFF2-40B4-BE49-F238E27FC236}">
                <a16:creationId xmlns:a16="http://schemas.microsoft.com/office/drawing/2014/main" id="{17B525F5-330E-4860-B007-1472248B95E8}"/>
              </a:ext>
            </a:extLst>
          </p:cNvPr>
          <p:cNvSpPr>
            <a:spLocks noChangeArrowheads="1"/>
          </p:cNvSpPr>
          <p:nvPr/>
        </p:nvSpPr>
        <p:spPr bwMode="auto">
          <a:xfrm>
            <a:off x="688975" y="7002463"/>
            <a:ext cx="15451138" cy="35661600"/>
          </a:xfrm>
          <a:prstGeom prst="rect">
            <a:avLst/>
          </a:prstGeom>
          <a:solidFill>
            <a:schemeClr val="bg1"/>
          </a:solidFill>
          <a:ln w="9525">
            <a:solidFill>
              <a:schemeClr val="tx2"/>
            </a:solidFill>
            <a:miter lim="800000"/>
            <a:headEnd/>
            <a:tailEnd/>
          </a:ln>
        </p:spPr>
        <p:txBody>
          <a:bodyPr wrap="none" lIns="93910" tIns="46954" rIns="93910" bIns="46954" anchor="ct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zh-CN" sz="1800">
              <a:solidFill>
                <a:srgbClr val="000000"/>
              </a:solidFill>
              <a:latin typeface="Calibri" panose="020F0502020204030204" pitchFamily="34" charset="0"/>
              <a:sym typeface="Calibri" panose="020F0502020204030204" pitchFamily="34" charset="0"/>
            </a:endParaRPr>
          </a:p>
        </p:txBody>
      </p:sp>
      <p:sp>
        <p:nvSpPr>
          <p:cNvPr id="1029" name="矩形 1028">
            <a:extLst>
              <a:ext uri="{FF2B5EF4-FFF2-40B4-BE49-F238E27FC236}">
                <a16:creationId xmlns:a16="http://schemas.microsoft.com/office/drawing/2014/main" id="{B629A37E-05E0-4444-8288-17B7CC4D313A}"/>
              </a:ext>
            </a:extLst>
          </p:cNvPr>
          <p:cNvSpPr>
            <a:spLocks noChangeArrowheads="1"/>
          </p:cNvSpPr>
          <p:nvPr/>
        </p:nvSpPr>
        <p:spPr bwMode="auto">
          <a:xfrm>
            <a:off x="16598900" y="7002463"/>
            <a:ext cx="15452725" cy="35661600"/>
          </a:xfrm>
          <a:prstGeom prst="rect">
            <a:avLst/>
          </a:prstGeom>
          <a:solidFill>
            <a:schemeClr val="bg1"/>
          </a:solidFill>
          <a:ln w="9525">
            <a:solidFill>
              <a:schemeClr val="tx2"/>
            </a:solidFill>
            <a:miter lim="800000"/>
            <a:headEnd/>
            <a:tailEnd/>
          </a:ln>
        </p:spPr>
        <p:txBody>
          <a:bodyPr wrap="none" lIns="93910" tIns="46954" rIns="93910" bIns="46954" anchor="ct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zh-CN" sz="1800">
              <a:solidFill>
                <a:srgbClr val="000000"/>
              </a:solidFill>
              <a:latin typeface="Calibri" panose="020F0502020204030204" pitchFamily="34" charset="0"/>
              <a:sym typeface="Calibri" panose="020F0502020204030204" pitchFamily="34" charset="0"/>
            </a:endParaRPr>
          </a:p>
        </p:txBody>
      </p:sp>
      <p:sp>
        <p:nvSpPr>
          <p:cNvPr id="1030" name="Text Box 14">
            <a:extLst>
              <a:ext uri="{FF2B5EF4-FFF2-40B4-BE49-F238E27FC236}">
                <a16:creationId xmlns:a16="http://schemas.microsoft.com/office/drawing/2014/main" id="{8C92081F-CFDB-40D3-9946-28E6AB0FDDE1}"/>
              </a:ext>
            </a:extLst>
          </p:cNvPr>
          <p:cNvSpPr>
            <a:spLocks noChangeArrowheads="1"/>
          </p:cNvSpPr>
          <p:nvPr/>
        </p:nvSpPr>
        <p:spPr bwMode="auto">
          <a:xfrm>
            <a:off x="1625600" y="42997438"/>
            <a:ext cx="3143250" cy="354012"/>
          </a:xfrm>
          <a:prstGeom prst="rect">
            <a:avLst/>
          </a:prstGeom>
          <a:noFill/>
          <a:ln>
            <a:noFill/>
          </a:ln>
        </p:spPr>
        <p:txBody>
          <a:bodyPr lIns="93732" tIns="46857" rIns="93732" bIns="46857">
            <a:spAutoFit/>
          </a:bodyP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a:lnSpc>
                <a:spcPct val="65000"/>
              </a:lnSpc>
              <a:spcBef>
                <a:spcPct val="50000"/>
              </a:spcBef>
              <a:buFont typeface="Arial" panose="020B0604020202020204" pitchFamily="34" charset="0"/>
              <a:buNone/>
              <a:defRPr/>
            </a:pPr>
            <a:r>
              <a:rPr lang="en-US" altLang="zh-CN" sz="700" b="1">
                <a:solidFill>
                  <a:srgbClr val="BFBFBF"/>
                </a:solidFill>
                <a:sym typeface="Arial" panose="020B0604020202020204" pitchFamily="34" charset="0"/>
              </a:rPr>
              <a:t>RESEARCH POSTER PRESENTATION DESIGN © 2015</a:t>
            </a:r>
          </a:p>
          <a:p>
            <a:pPr>
              <a:lnSpc>
                <a:spcPct val="65000"/>
              </a:lnSpc>
              <a:spcBef>
                <a:spcPct val="50000"/>
              </a:spcBef>
              <a:buFont typeface="Arial" panose="020B0604020202020204" pitchFamily="34" charset="0"/>
              <a:buNone/>
              <a:defRPr/>
            </a:pPr>
            <a:r>
              <a:rPr lang="en-US" altLang="zh-CN" sz="1100" b="1">
                <a:solidFill>
                  <a:srgbClr val="BFBFBF"/>
                </a:solidFill>
                <a:sym typeface="Arial" panose="020B0604020202020204" pitchFamily="34" charset="0"/>
              </a:rPr>
              <a:t>www.PosterPresentations.com</a:t>
            </a:r>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marL="4508500" indent="-4508500" algn="ctr" rtl="0" eaLnBrk="0" fontAlgn="base" hangingPunct="0">
        <a:spcBef>
          <a:spcPct val="0"/>
        </a:spcBef>
        <a:spcAft>
          <a:spcPct val="0"/>
        </a:spcAft>
        <a:defRPr sz="9000" kern="1200">
          <a:solidFill>
            <a:schemeClr val="bg1"/>
          </a:solidFill>
          <a:latin typeface="+mj-lt"/>
          <a:ea typeface="+mj-ea"/>
          <a:cs typeface="+mj-cs"/>
          <a:sym typeface="Calibri" panose="020F0502020204030204" pitchFamily="34" charset="0"/>
        </a:defRPr>
      </a:lvl1pPr>
      <a:lvl2pPr marL="4508500" indent="-4508500" algn="ctr" rtl="0" eaLnBrk="0" fontAlgn="base" hangingPunct="0">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2pPr>
      <a:lvl3pPr marL="4508500" indent="-4508500" algn="ctr" rtl="0" eaLnBrk="0" fontAlgn="base" hangingPunct="0">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3pPr>
      <a:lvl4pPr marL="4508500" indent="-4508500" algn="ctr" rtl="0" eaLnBrk="0" fontAlgn="base" hangingPunct="0">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4pPr>
      <a:lvl5pPr marL="4508500" indent="-4508500" algn="ctr" rtl="0" eaLnBrk="0" fontAlgn="base" hangingPunct="0">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5pPr>
      <a:lvl6pPr marL="4965700" indent="-4508500" algn="ctr" rtl="0" fontAlgn="base">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6pPr>
      <a:lvl7pPr marL="5422900" indent="-4508500" algn="ctr" rtl="0" fontAlgn="base">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7pPr>
      <a:lvl8pPr marL="5880100" indent="-4508500" algn="ctr" rtl="0" fontAlgn="base">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8pPr>
      <a:lvl9pPr marL="6337300" indent="-4508500" algn="ctr" rtl="0" fontAlgn="base">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9pPr>
    </p:titleStyle>
    <p:bodyStyle>
      <a:lvl1pPr marL="1690688" indent="-1690688" algn="l" defTabSz="4508500" rtl="0" eaLnBrk="0" fontAlgn="base" hangingPunct="0">
        <a:spcBef>
          <a:spcPct val="20000"/>
        </a:spcBef>
        <a:spcAft>
          <a:spcPct val="0"/>
        </a:spcAft>
        <a:buFont typeface="Arial" panose="020B0604020202020204" pitchFamily="34" charset="0"/>
        <a:buChar char="•"/>
        <a:defRPr sz="15800" kern="1200">
          <a:solidFill>
            <a:schemeClr val="tx1"/>
          </a:solidFill>
          <a:latin typeface="+mn-lt"/>
          <a:ea typeface="+mn-ea"/>
          <a:cs typeface="+mn-cs"/>
          <a:sym typeface="Calibri" panose="020F0502020204030204" pitchFamily="34" charset="0"/>
        </a:defRPr>
      </a:lvl1pPr>
      <a:lvl2pPr marL="3662363" lvl="1" indent="-1408113" algn="l" defTabSz="4508500" rtl="0" eaLnBrk="0" fontAlgn="base" hangingPunct="0">
        <a:spcBef>
          <a:spcPct val="20000"/>
        </a:spcBef>
        <a:spcAft>
          <a:spcPct val="0"/>
        </a:spcAft>
        <a:buFont typeface="Arial" panose="020B0604020202020204" pitchFamily="34" charset="0"/>
        <a:buChar char="–"/>
        <a:defRPr sz="13900" kern="1200">
          <a:solidFill>
            <a:schemeClr val="tx1"/>
          </a:solidFill>
          <a:latin typeface="Calibri" panose="020F0502020204030204" charset="0"/>
          <a:ea typeface="宋体" panose="02010600030101010101" pitchFamily="2" charset="-122"/>
          <a:cs typeface="+mn-cs"/>
          <a:sym typeface="Calibri" panose="020F0502020204030204" pitchFamily="34" charset="0"/>
        </a:defRPr>
      </a:lvl2pPr>
      <a:lvl3pPr marL="5634038" lvl="2" indent="-1125538" algn="l" defTabSz="4508500" rtl="0" eaLnBrk="0" fontAlgn="base" hangingPunct="0">
        <a:spcBef>
          <a:spcPct val="20000"/>
        </a:spcBef>
        <a:spcAft>
          <a:spcPct val="0"/>
        </a:spcAft>
        <a:buFont typeface="Arial" panose="020B0604020202020204" pitchFamily="34" charset="0"/>
        <a:buChar char="•"/>
        <a:defRPr sz="11900" kern="1200">
          <a:solidFill>
            <a:schemeClr val="tx1"/>
          </a:solidFill>
          <a:latin typeface="Calibri" panose="020F0502020204030204" charset="0"/>
          <a:ea typeface="宋体" panose="02010600030101010101" pitchFamily="2" charset="-122"/>
          <a:cs typeface="+mn-cs"/>
          <a:sym typeface="Calibri" panose="020F0502020204030204" pitchFamily="34" charset="0"/>
        </a:defRPr>
      </a:lvl3pPr>
      <a:lvl4pPr marL="7888288" lvl="3" indent="-1125538" algn="l" defTabSz="4508500" rtl="0" eaLnBrk="0" fontAlgn="base" hangingPunct="0">
        <a:spcBef>
          <a:spcPct val="20000"/>
        </a:spcBef>
        <a:spcAft>
          <a:spcPct val="0"/>
        </a:spcAft>
        <a:buFont typeface="Arial" panose="020B0604020202020204" pitchFamily="34" charset="0"/>
        <a:buChar char="–"/>
        <a:defRPr sz="9900" kern="1200">
          <a:solidFill>
            <a:schemeClr val="tx1"/>
          </a:solidFill>
          <a:latin typeface="Calibri" panose="020F0502020204030204" charset="0"/>
          <a:ea typeface="宋体" panose="02010600030101010101" pitchFamily="2" charset="-122"/>
          <a:cs typeface="+mn-cs"/>
          <a:sym typeface="Calibri" panose="020F0502020204030204" pitchFamily="34" charset="0"/>
        </a:defRPr>
      </a:lvl4pPr>
      <a:lvl5pPr marL="10142538" lvl="4" indent="-1127125" algn="l" defTabSz="4508500" rtl="0" eaLnBrk="0" fontAlgn="base" hangingPunct="0">
        <a:spcBef>
          <a:spcPct val="20000"/>
        </a:spcBef>
        <a:spcAft>
          <a:spcPct val="0"/>
        </a:spcAft>
        <a:buFont typeface="Arial" panose="020B0604020202020204" pitchFamily="34" charset="0"/>
        <a:buChar char="»"/>
        <a:defRPr sz="9900" kern="1200">
          <a:solidFill>
            <a:schemeClr val="tx1"/>
          </a:solidFill>
          <a:latin typeface="Calibri" panose="020F0502020204030204" charset="0"/>
          <a:ea typeface="宋体" panose="02010600030101010101" pitchFamily="2" charset="-122"/>
          <a:cs typeface="+mn-cs"/>
          <a:sym typeface="Calibri" panose="020F0502020204030204" pitchFamily="34" charset="0"/>
        </a:defRPr>
      </a:lvl5pPr>
      <a:lvl6pPr marL="2514600" lvl="5" indent="-228600" algn="l" defTabSz="4508500" eaLnBrk="1" fontAlgn="base" latinLnBrk="0" hangingPunct="1">
        <a:lnSpc>
          <a:spcPct val="100000"/>
        </a:lnSpc>
        <a:spcBef>
          <a:spcPct val="20000"/>
        </a:spcBef>
        <a:buFont typeface="Arial" panose="020B0604020202020204" pitchFamily="34" charset="0"/>
        <a:buChar char="»"/>
        <a:defRPr sz="9900" kern="1200">
          <a:solidFill>
            <a:schemeClr val="tx1"/>
          </a:solidFill>
          <a:latin typeface="Calibri" panose="020F0502020204030204" charset="0"/>
          <a:ea typeface="宋体" panose="02010600030101010101" pitchFamily="2" charset="-122"/>
          <a:cs typeface="+mn-cs"/>
          <a:sym typeface="Calibri" panose="020F0502020204030204" charset="0"/>
        </a:defRPr>
      </a:lvl6pPr>
      <a:lvl7pPr marL="2971800" lvl="6" indent="-228600" algn="l" defTabSz="4508500" eaLnBrk="1" fontAlgn="base" latinLnBrk="0" hangingPunct="1">
        <a:lnSpc>
          <a:spcPct val="100000"/>
        </a:lnSpc>
        <a:spcBef>
          <a:spcPct val="20000"/>
        </a:spcBef>
        <a:buFont typeface="Arial" panose="020B0604020202020204" pitchFamily="34" charset="0"/>
        <a:buChar char="»"/>
        <a:defRPr sz="9900" kern="1200">
          <a:solidFill>
            <a:schemeClr val="tx1"/>
          </a:solidFill>
          <a:latin typeface="Calibri" panose="020F0502020204030204" charset="0"/>
          <a:ea typeface="宋体" panose="02010600030101010101" pitchFamily="2" charset="-122"/>
          <a:cs typeface="+mn-cs"/>
          <a:sym typeface="Calibri" panose="020F0502020204030204" charset="0"/>
        </a:defRPr>
      </a:lvl7pPr>
      <a:lvl8pPr marL="3429000" lvl="7" indent="-228600" algn="l" defTabSz="4508500" eaLnBrk="1" fontAlgn="base" latinLnBrk="0" hangingPunct="1">
        <a:lnSpc>
          <a:spcPct val="100000"/>
        </a:lnSpc>
        <a:spcBef>
          <a:spcPct val="20000"/>
        </a:spcBef>
        <a:buFont typeface="Arial" panose="020B0604020202020204" pitchFamily="34" charset="0"/>
        <a:buChar char="»"/>
        <a:defRPr sz="9900" kern="1200">
          <a:solidFill>
            <a:schemeClr val="tx1"/>
          </a:solidFill>
          <a:latin typeface="Calibri" panose="020F0502020204030204" charset="0"/>
          <a:ea typeface="宋体" panose="02010600030101010101" pitchFamily="2" charset="-122"/>
          <a:cs typeface="+mn-cs"/>
          <a:sym typeface="Calibri" panose="020F0502020204030204" charset="0"/>
        </a:defRPr>
      </a:lvl8pPr>
      <a:lvl9pPr marL="3886200" lvl="8" indent="-228600" algn="l" defTabSz="4508500" eaLnBrk="1" fontAlgn="base" latinLnBrk="0" hangingPunct="1">
        <a:lnSpc>
          <a:spcPct val="100000"/>
        </a:lnSpc>
        <a:spcBef>
          <a:spcPct val="20000"/>
        </a:spcBef>
        <a:buFont typeface="Arial" panose="020B0604020202020204" pitchFamily="34" charset="0"/>
        <a:buChar char="»"/>
        <a:defRPr sz="9900" kern="1200">
          <a:solidFill>
            <a:schemeClr val="tx1"/>
          </a:solidFill>
          <a:latin typeface="Calibri" panose="020F0502020204030204" charset="0"/>
          <a:ea typeface="宋体" panose="02010600030101010101" pitchFamily="2" charset="-122"/>
          <a:cs typeface="+mn-cs"/>
          <a:sym typeface="Calibri" panose="020F0502020204030204" charset="0"/>
        </a:defRPr>
      </a:lvl9pPr>
    </p:bodyStyle>
    <p:otherStyle>
      <a:lvl1pPr marL="0" lvl="0"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latin typeface="+mn-lt"/>
          <a:ea typeface="+mn-ea"/>
          <a:cs typeface="+mn-cs"/>
        </a:defRPr>
      </a:lvl1pPr>
      <a:lvl2pPr marL="2254250" lvl="1"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2pPr>
      <a:lvl3pPr marL="4508500" lvl="2"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3pPr>
      <a:lvl4pPr marL="6761480" lvl="3"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4pPr>
      <a:lvl5pPr marL="9015730" lvl="4"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5pPr>
      <a:lvl6pPr marL="2286000" lvl="5"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6pPr>
      <a:lvl7pPr marL="2743200" lvl="6"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7pPr>
      <a:lvl8pPr marL="3200400" lvl="7"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8pPr>
      <a:lvl9pPr marL="3657600" lvl="8"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gradFill rotWithShape="0">
          <a:gsLst>
            <a:gs pos="0">
              <a:srgbClr val="2C3F71"/>
            </a:gs>
            <a:gs pos="50000">
              <a:srgbClr val="AAB8DD"/>
            </a:gs>
            <a:gs pos="100000">
              <a:srgbClr val="E1E7F4"/>
            </a:gs>
          </a:gsLst>
          <a:lin ang="5400000" scaled="1"/>
        </a:gradFill>
        <a:effectLst/>
      </p:bgPr>
    </p:bg>
    <p:spTree>
      <p:nvGrpSpPr>
        <p:cNvPr id="1" name=""/>
        <p:cNvGrpSpPr/>
        <p:nvPr/>
      </p:nvGrpSpPr>
      <p:grpSpPr>
        <a:xfrm>
          <a:off x="0" y="0"/>
          <a:ext cx="0" cy="0"/>
          <a:chOff x="0" y="0"/>
          <a:chExt cx="0" cy="0"/>
        </a:xfrm>
      </p:grpSpPr>
      <p:sp>
        <p:nvSpPr>
          <p:cNvPr id="2050" name="Rectangle 36">
            <a:extLst>
              <a:ext uri="{FF2B5EF4-FFF2-40B4-BE49-F238E27FC236}">
                <a16:creationId xmlns:a16="http://schemas.microsoft.com/office/drawing/2014/main" id="{5C25383D-6A62-4BB4-ACCF-8E2B3F23D6F9}"/>
              </a:ext>
            </a:extLst>
          </p:cNvPr>
          <p:cNvSpPr>
            <a:spLocks noChangeArrowheads="1"/>
          </p:cNvSpPr>
          <p:nvPr/>
        </p:nvSpPr>
        <p:spPr bwMode="auto">
          <a:xfrm>
            <a:off x="0" y="0"/>
            <a:ext cx="32735838" cy="6400800"/>
          </a:xfrm>
          <a:prstGeom prst="rect">
            <a:avLst/>
          </a:prstGeom>
          <a:solidFill>
            <a:srgbClr val="425EA9"/>
          </a:solidFill>
          <a:ln w="9525">
            <a:solidFill>
              <a:schemeClr val="tx1"/>
            </a:solidFill>
            <a:miter lim="800000"/>
            <a:headEnd/>
            <a:tailEnd/>
          </a:ln>
        </p:spPr>
        <p:txBody>
          <a:bodyPr wrap="none" lIns="93910" tIns="46954" rIns="93910" bIns="46954" anchor="ct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zh-CN" sz="1800">
              <a:solidFill>
                <a:srgbClr val="000000"/>
              </a:solidFill>
              <a:latin typeface="Calibri" panose="020F0502020204030204" pitchFamily="34" charset="0"/>
              <a:sym typeface="Calibri" panose="020F0502020204030204" pitchFamily="34" charset="0"/>
            </a:endParaRPr>
          </a:p>
        </p:txBody>
      </p:sp>
      <p:sp>
        <p:nvSpPr>
          <p:cNvPr id="2051" name="Rectangle 33">
            <a:extLst>
              <a:ext uri="{FF2B5EF4-FFF2-40B4-BE49-F238E27FC236}">
                <a16:creationId xmlns:a16="http://schemas.microsoft.com/office/drawing/2014/main" id="{6DDE46F1-3357-4CA0-91C0-434956E1FB52}"/>
              </a:ext>
            </a:extLst>
          </p:cNvPr>
          <p:cNvSpPr>
            <a:spLocks noChangeArrowheads="1"/>
          </p:cNvSpPr>
          <p:nvPr/>
        </p:nvSpPr>
        <p:spPr bwMode="auto">
          <a:xfrm>
            <a:off x="682625" y="7010400"/>
            <a:ext cx="31367413" cy="35661600"/>
          </a:xfrm>
          <a:prstGeom prst="roundRect">
            <a:avLst>
              <a:gd name="adj" fmla="val 1727"/>
            </a:avLst>
          </a:prstGeom>
          <a:gradFill rotWithShape="1">
            <a:gsLst>
              <a:gs pos="0">
                <a:srgbClr val="CDD2DE"/>
              </a:gs>
              <a:gs pos="100000">
                <a:srgbClr val="F3F5FA"/>
              </a:gs>
            </a:gsLst>
            <a:lin ang="5400000" scaled="1"/>
          </a:gradFill>
          <a:ln w="9525">
            <a:solidFill>
              <a:schemeClr val="tx2"/>
            </a:solidFill>
            <a:round/>
            <a:headEnd/>
            <a:tailEnd/>
          </a:ln>
        </p:spPr>
        <p:txBody>
          <a:bodyPr wrap="none" lIns="93910" tIns="46954" rIns="93910" bIns="46954" anchor="ct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zh-CN" sz="1800">
              <a:solidFill>
                <a:srgbClr val="000000"/>
              </a:solidFill>
              <a:latin typeface="Calibri" panose="020F0502020204030204" pitchFamily="34" charset="0"/>
              <a:sym typeface="Calibri" panose="020F0502020204030204" pitchFamily="34" charset="0"/>
            </a:endParaRPr>
          </a:p>
        </p:txBody>
      </p:sp>
      <p:sp>
        <p:nvSpPr>
          <p:cNvPr id="2052" name="Rectangle 9">
            <a:extLst>
              <a:ext uri="{FF2B5EF4-FFF2-40B4-BE49-F238E27FC236}">
                <a16:creationId xmlns:a16="http://schemas.microsoft.com/office/drawing/2014/main" id="{D721A262-5FFF-4CC2-AD20-B6EF068573B6}"/>
              </a:ext>
            </a:extLst>
          </p:cNvPr>
          <p:cNvSpPr>
            <a:spLocks noChangeArrowheads="1"/>
          </p:cNvSpPr>
          <p:nvPr/>
        </p:nvSpPr>
        <p:spPr bwMode="auto">
          <a:xfrm>
            <a:off x="0" y="6407150"/>
            <a:ext cx="32735838" cy="203200"/>
          </a:xfrm>
          <a:prstGeom prst="rect">
            <a:avLst/>
          </a:prstGeom>
          <a:solidFill>
            <a:srgbClr val="2C3F71"/>
          </a:solidFill>
          <a:ln>
            <a:noFill/>
          </a:ln>
        </p:spPr>
        <p:txBody>
          <a:bodyPr wrap="none" lIns="93910" tIns="46954" rIns="93910" bIns="46954" anchor="ct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zh-CN" sz="1800">
              <a:solidFill>
                <a:srgbClr val="000000"/>
              </a:solidFill>
              <a:latin typeface="Calibri" panose="020F0502020204030204" pitchFamily="34" charset="0"/>
              <a:sym typeface="Calibri" panose="020F0502020204030204" pitchFamily="34" charset="0"/>
            </a:endParaRPr>
          </a:p>
        </p:txBody>
      </p:sp>
      <p:grpSp>
        <p:nvGrpSpPr>
          <p:cNvPr id="2053" name="Group 35">
            <a:extLst>
              <a:ext uri="{FF2B5EF4-FFF2-40B4-BE49-F238E27FC236}">
                <a16:creationId xmlns:a16="http://schemas.microsoft.com/office/drawing/2014/main" id="{D1E36FAC-2EB3-44F2-8B42-691F6B30BC5F}"/>
              </a:ext>
            </a:extLst>
          </p:cNvPr>
          <p:cNvGrpSpPr>
            <a:grpSpLocks/>
          </p:cNvGrpSpPr>
          <p:nvPr/>
        </p:nvGrpSpPr>
        <p:grpSpPr bwMode="auto">
          <a:xfrm>
            <a:off x="-12695238" y="-47625"/>
            <a:ext cx="12296775" cy="43930888"/>
            <a:chOff x="0" y="0"/>
            <a:chExt cx="11053266" cy="39493430"/>
          </a:xfrm>
        </p:grpSpPr>
        <p:sp>
          <p:nvSpPr>
            <p:cNvPr id="2" name="Rectangle 36">
              <a:extLst>
                <a:ext uri="{FF2B5EF4-FFF2-40B4-BE49-F238E27FC236}">
                  <a16:creationId xmlns:a16="http://schemas.microsoft.com/office/drawing/2014/main" id="{0783C642-8B9F-475D-B48B-12CF66070A24}"/>
                </a:ext>
              </a:extLst>
            </p:cNvPr>
            <p:cNvSpPr>
              <a:spLocks noChangeArrowheads="1"/>
            </p:cNvSpPr>
            <p:nvPr/>
          </p:nvSpPr>
          <p:spPr bwMode="auto">
            <a:xfrm>
              <a:off x="42809" y="0"/>
              <a:ext cx="11010457" cy="39493430"/>
            </a:xfrm>
            <a:prstGeom prst="rect">
              <a:avLst/>
            </a:prstGeom>
            <a:solidFill>
              <a:srgbClr val="0C0C0C"/>
            </a:solidFill>
            <a:ln>
              <a:noFill/>
            </a:ln>
          </p:spPr>
          <p:txBody>
            <a:bodyPr lIns="457200" tIns="457200" rIns="457200" bIns="0"/>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r>
                <a:rPr lang="en-US" altLang="zh-CN" sz="4000" b="1">
                  <a:solidFill>
                    <a:srgbClr val="FF0000"/>
                  </a:solidFill>
                  <a:latin typeface="Trebuchet MS" panose="020B0603020202020204" pitchFamily="34" charset="0"/>
                  <a:sym typeface="Trebuchet MS" panose="020B0603020202020204" pitchFamily="34" charset="0"/>
                </a:rPr>
                <a:t>(—THIS SIDEBAR DOES NOT PRINT—)</a:t>
              </a:r>
              <a:endParaRPr lang="en-US" altLang="zh-CN" sz="4000" b="1">
                <a:solidFill>
                  <a:schemeClr val="bg1"/>
                </a:solidFill>
                <a:latin typeface="Trebuchet MS" panose="020B0603020202020204" pitchFamily="34" charset="0"/>
                <a:sym typeface="Trebuchet MS" panose="020B0603020202020204" pitchFamily="34" charset="0"/>
              </a:endParaRPr>
            </a:p>
            <a:p>
              <a:pPr algn="ctr" eaLnBrk="1" hangingPunct="1">
                <a:buFont typeface="Arial" panose="020B0604020202020204" pitchFamily="34" charset="0"/>
                <a:buNone/>
                <a:defRPr/>
              </a:pPr>
              <a:r>
                <a:rPr lang="en-US" altLang="zh-CN" sz="4800" b="1">
                  <a:solidFill>
                    <a:schemeClr val="bg1"/>
                  </a:solidFill>
                  <a:latin typeface="Trebuchet MS" panose="020B0603020202020204" pitchFamily="34" charset="0"/>
                  <a:sym typeface="Trebuchet MS" panose="020B0603020202020204" pitchFamily="34" charset="0"/>
                </a:rPr>
                <a:t>DESIGN GUIDE</a:t>
              </a:r>
              <a:endParaRPr lang="zh-CN" altLang="en-US" sz="4800" b="1">
                <a:solidFill>
                  <a:schemeClr val="bg1"/>
                </a:solidFill>
                <a:latin typeface="Trebuchet MS" panose="020B0603020202020204" pitchFamily="34" charset="0"/>
                <a:sym typeface="Trebuchet MS" panose="020B0603020202020204" pitchFamily="34" charset="0"/>
              </a:endParaRPr>
            </a:p>
            <a:p>
              <a:pPr algn="ctr" eaLnBrk="1" hangingPunct="1">
                <a:buFont typeface="Arial" panose="020B0604020202020204" pitchFamily="34" charset="0"/>
                <a:buNone/>
                <a:defRPr/>
              </a:pPr>
              <a:endParaRPr lang="zh-CN" altLang="en-US" sz="3600" b="1">
                <a:solidFill>
                  <a:srgbClr val="FFFFF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3600">
                  <a:solidFill>
                    <a:srgbClr val="FFFFFF"/>
                  </a:solidFill>
                  <a:latin typeface="Trebuchet MS" panose="020B0603020202020204" pitchFamily="34" charset="0"/>
                  <a:sym typeface="Trebuchet MS" panose="020B0603020202020204" pitchFamily="34" charset="0"/>
                </a:rPr>
                <a:t>This PowerPoint 2007 template produces a 91cmx122cm presentation poster. You can use it to create your research poster and save valuable time placing titles, subtitles, text, and graphics. </a:t>
              </a:r>
              <a:endParaRPr lang="zh-CN" altLang="en-US" sz="3600">
                <a:solidFill>
                  <a:srgbClr val="FFFFF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600">
                <a:solidFill>
                  <a:srgbClr val="FFFFF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3600">
                  <a:solidFill>
                    <a:srgbClr val="FFFFFF"/>
                  </a:solidFill>
                  <a:latin typeface="Trebuchet MS" panose="020B0603020202020204" pitchFamily="34" charset="0"/>
                  <a:sym typeface="Trebuchet MS" panose="020B0603020202020204" pitchFamily="34" charset="0"/>
                </a:rPr>
                <a:t>We provide a series of online tutorials that will guide you through the poster design process and answer your poster production questions. To view our template tutorials, go online to </a:t>
              </a:r>
              <a:r>
                <a:rPr lang="en-US" altLang="zh-CN" sz="3600" b="1">
                  <a:solidFill>
                    <a:srgbClr val="FFC000"/>
                  </a:solidFill>
                  <a:latin typeface="Trebuchet MS" panose="020B0603020202020204" pitchFamily="34" charset="0"/>
                  <a:sym typeface="Trebuchet MS" panose="020B0603020202020204" pitchFamily="34" charset="0"/>
                </a:rPr>
                <a:t>PosterPresentations.com</a:t>
              </a:r>
              <a:r>
                <a:rPr lang="en-US" altLang="zh-CN" sz="3600" b="1">
                  <a:solidFill>
                    <a:schemeClr val="bg1"/>
                  </a:solidFill>
                  <a:latin typeface="Trebuchet MS" panose="020B0603020202020204" pitchFamily="34" charset="0"/>
                  <a:sym typeface="Trebuchet MS" panose="020B0603020202020204" pitchFamily="34" charset="0"/>
                </a:rPr>
                <a:t> </a:t>
              </a:r>
              <a:r>
                <a:rPr lang="en-US" altLang="zh-CN" sz="3600">
                  <a:solidFill>
                    <a:schemeClr val="bg1"/>
                  </a:solidFill>
                  <a:latin typeface="Trebuchet MS" panose="020B0603020202020204" pitchFamily="34" charset="0"/>
                  <a:sym typeface="Trebuchet MS" panose="020B0603020202020204" pitchFamily="34" charset="0"/>
                </a:rPr>
                <a:t>and click on HELP DESK.</a:t>
              </a:r>
              <a:endParaRPr lang="zh-CN" altLang="en-US" sz="3600">
                <a:solidFill>
                  <a:schemeClr val="bg1"/>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600">
                <a:solidFill>
                  <a:srgbClr val="FFFFF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3600">
                  <a:solidFill>
                    <a:schemeClr val="bg1"/>
                  </a:solidFill>
                  <a:latin typeface="Trebuchet MS" panose="020B0603020202020204" pitchFamily="34" charset="0"/>
                  <a:sym typeface="Trebuchet MS" panose="020B0603020202020204" pitchFamily="34" charset="0"/>
                </a:rPr>
                <a:t>When you are ready to print your poster, go online to PosterPresentations.com</a:t>
              </a:r>
              <a:r>
                <a:rPr lang="zh-CN" altLang="en-US" sz="3600">
                  <a:solidFill>
                    <a:schemeClr val="bg1"/>
                  </a:solidFill>
                  <a:latin typeface="Trebuchet MS" panose="020B0603020202020204" pitchFamily="34" charset="0"/>
                  <a:sym typeface="Trebuchet MS" panose="020B0603020202020204" pitchFamily="34" charset="0"/>
                </a:rPr>
                <a:t/>
              </a:r>
              <a:br>
                <a:rPr lang="zh-CN" altLang="en-US" sz="3600">
                  <a:solidFill>
                    <a:schemeClr val="bg1"/>
                  </a:solidFill>
                  <a:latin typeface="Trebuchet MS" panose="020B0603020202020204" pitchFamily="34" charset="0"/>
                  <a:sym typeface="Trebuchet MS" panose="020B0603020202020204" pitchFamily="34" charset="0"/>
                </a:rPr>
              </a:br>
              <a:endParaRPr lang="en-US" altLang="zh-CN" sz="3600">
                <a:solidFill>
                  <a:schemeClr val="bg1"/>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3600">
                  <a:solidFill>
                    <a:schemeClr val="bg1"/>
                  </a:solidFill>
                  <a:latin typeface="Trebuchet MS" panose="020B0603020202020204" pitchFamily="34" charset="0"/>
                  <a:sym typeface="Trebuchet MS" panose="020B0603020202020204" pitchFamily="34" charset="0"/>
                </a:rPr>
                <a:t>Need assistance? Call us at </a:t>
              </a:r>
              <a:r>
                <a:rPr lang="en-US" altLang="zh-CN" sz="3600">
                  <a:solidFill>
                    <a:srgbClr val="FFC000"/>
                  </a:solidFill>
                  <a:latin typeface="Trebuchet MS" panose="020B0603020202020204" pitchFamily="34" charset="0"/>
                  <a:sym typeface="Trebuchet MS" panose="020B0603020202020204" pitchFamily="34" charset="0"/>
                </a:rPr>
                <a:t>1.510.649.3001</a:t>
              </a:r>
              <a:endParaRPr lang="zh-CN" altLang="en-US" sz="3600">
                <a:solidFill>
                  <a:srgbClr val="FFC000"/>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4400" b="1">
                <a:solidFill>
                  <a:srgbClr val="FFFF00"/>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200" b="1">
                <a:solidFill>
                  <a:schemeClr val="bg1"/>
                </a:solidFill>
                <a:latin typeface="Trebuchet MS" panose="020B0603020202020204" pitchFamily="34" charset="0"/>
                <a:sym typeface="Trebuchet MS" panose="020B0603020202020204" pitchFamily="34" charset="0"/>
              </a:endParaRPr>
            </a:p>
            <a:p>
              <a:pPr algn="ctr" eaLnBrk="1" hangingPunct="1">
                <a:buFont typeface="Arial" panose="020B0604020202020204" pitchFamily="34" charset="0"/>
                <a:buNone/>
                <a:defRPr/>
              </a:pPr>
              <a:r>
                <a:rPr lang="en-US" altLang="zh-CN" sz="4800" b="1">
                  <a:solidFill>
                    <a:schemeClr val="bg1"/>
                  </a:solidFill>
                  <a:latin typeface="Trebuchet MS" panose="020B0603020202020204" pitchFamily="34" charset="0"/>
                  <a:sym typeface="Trebuchet MS" panose="020B0603020202020204" pitchFamily="34" charset="0"/>
                </a:rPr>
                <a:t>QUICK START</a:t>
              </a:r>
              <a:endParaRPr lang="zh-CN" altLang="en-US" sz="4800" b="1">
                <a:solidFill>
                  <a:schemeClr val="bg1"/>
                </a:solidFill>
                <a:latin typeface="Trebuchet MS" panose="020B0603020202020204" pitchFamily="34" charset="0"/>
                <a:sym typeface="Trebuchet MS" panose="020B0603020202020204" pitchFamily="34" charset="0"/>
              </a:endParaRPr>
            </a:p>
            <a:p>
              <a:pPr algn="ctr" eaLnBrk="1" hangingPunct="1">
                <a:buFont typeface="Arial" panose="020B0604020202020204" pitchFamily="34" charset="0"/>
                <a:buNone/>
                <a:defRPr/>
              </a:pPr>
              <a:endParaRPr lang="zh-CN" altLang="en-US" sz="4000" b="1">
                <a:solidFill>
                  <a:schemeClr val="bg1"/>
                </a:solidFill>
                <a:latin typeface="Trebuchet MS" panose="020B0603020202020204" pitchFamily="34" charset="0"/>
                <a:sym typeface="Trebuchet MS" panose="020B0603020202020204" pitchFamily="34" charset="0"/>
              </a:endParaRPr>
            </a:p>
            <a:p>
              <a:pPr algn="ctr" eaLnBrk="1" hangingPunct="1">
                <a:buFont typeface="Arial" panose="020B0604020202020204" pitchFamily="34" charset="0"/>
                <a:buNone/>
                <a:defRPr/>
              </a:pPr>
              <a:r>
                <a:rPr lang="en-US" altLang="zh-CN" sz="4000" b="1">
                  <a:solidFill>
                    <a:srgbClr val="FFC000"/>
                  </a:solidFill>
                  <a:latin typeface="Trebuchet MS" panose="020B0603020202020204" pitchFamily="34" charset="0"/>
                  <a:sym typeface="Trebuchet MS" panose="020B0603020202020204" pitchFamily="34" charset="0"/>
                </a:rPr>
                <a:t>Zoom in and out</a:t>
              </a:r>
              <a:endParaRPr lang="zh-CN" altLang="en-US" sz="4000" b="1">
                <a:solidFill>
                  <a:srgbClr val="FFC000"/>
                </a:solidFill>
                <a:latin typeface="Trebuchet MS" panose="020B0603020202020204" pitchFamily="34" charset="0"/>
                <a:sym typeface="Trebuchet MS" panose="020B0603020202020204" pitchFamily="34" charset="0"/>
              </a:endParaRPr>
            </a:p>
            <a:p>
              <a:pPr algn="ctr" eaLnBrk="1" hangingPunct="1">
                <a:buFont typeface="Arial" panose="020B0604020202020204" pitchFamily="34" charset="0"/>
                <a:buNone/>
                <a:defRPr/>
              </a:pPr>
              <a:r>
                <a:rPr lang="en-US" altLang="zh-CN" sz="3200">
                  <a:solidFill>
                    <a:schemeClr val="bg1"/>
                  </a:solidFill>
                  <a:latin typeface="Trebuchet MS" panose="020B0603020202020204" pitchFamily="34" charset="0"/>
                  <a:sym typeface="Trebuchet MS" panose="020B0603020202020204" pitchFamily="34" charset="0"/>
                </a:rPr>
                <a:t>	</a:t>
              </a:r>
              <a:r>
                <a:rPr lang="en-US" altLang="zh-CN" sz="3200">
                  <a:solidFill>
                    <a:srgbClr val="BFBFBF"/>
                  </a:solidFill>
                  <a:latin typeface="Trebuchet MS" panose="020B0603020202020204" pitchFamily="34" charset="0"/>
                  <a:sym typeface="Trebuchet MS" panose="020B0603020202020204" pitchFamily="34" charset="0"/>
                </a:rPr>
                <a:t>As you work on your poster zoom in and out to the level that is more comfortable to you. Go to VIEW &gt; ZOOM.</a:t>
              </a:r>
              <a:endParaRPr lang="zh-CN" altLang="en-US" sz="3200">
                <a:solidFill>
                  <a:srgbClr val="BFBFBF"/>
                </a:solidFill>
                <a:latin typeface="Trebuchet MS" panose="020B0603020202020204" pitchFamily="34" charset="0"/>
                <a:sym typeface="Trebuchet MS" panose="020B0603020202020204" pitchFamily="34" charset="0"/>
              </a:endParaRPr>
            </a:p>
            <a:p>
              <a:pPr algn="ctr" eaLnBrk="1" hangingPunct="1">
                <a:buFont typeface="Arial" panose="020B0604020202020204" pitchFamily="34" charset="0"/>
                <a:buNone/>
                <a:defRPr/>
              </a:pPr>
              <a:endParaRPr lang="zh-CN" altLang="en-US" sz="3600">
                <a:solidFill>
                  <a:schemeClr val="bg1"/>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4000" b="1">
                  <a:solidFill>
                    <a:srgbClr val="FFC000"/>
                  </a:solidFill>
                  <a:latin typeface="Trebuchet MS" panose="020B0603020202020204" pitchFamily="34" charset="0"/>
                  <a:sym typeface="Trebuchet MS" panose="020B0603020202020204" pitchFamily="34" charset="0"/>
                </a:rPr>
                <a:t>Title, Authors, and Affiliations</a:t>
              </a:r>
              <a:endParaRPr lang="zh-CN" altLang="en-US" sz="4000" b="1">
                <a:solidFill>
                  <a:srgbClr val="FFC000"/>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3200">
                  <a:solidFill>
                    <a:srgbClr val="BFBFBF"/>
                  </a:solidFill>
                  <a:latin typeface="Trebuchet MS" panose="020B0603020202020204" pitchFamily="34" charset="0"/>
                  <a:sym typeface="Trebuchet MS" panose="020B0603020202020204" pitchFamily="34" charset="0"/>
                </a:rPr>
                <a:t>Start designing your poster by adding the title, the names of the authors, and the affiliated institutions. You can type or paste text into the provided boxes. The template will automatically adjust the size of your text to fit the title box. You can manually override this feature and change the size of your text. </a:t>
              </a:r>
              <a:endParaRPr lang="zh-CN" altLang="en-US" sz="3200">
                <a:solidFill>
                  <a:srgbClr val="BFBFB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200">
                <a:solidFill>
                  <a:srgbClr val="BFBFB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3200" b="1">
                  <a:solidFill>
                    <a:srgbClr val="FFC000"/>
                  </a:solidFill>
                  <a:latin typeface="Trebuchet MS" panose="020B0603020202020204" pitchFamily="34" charset="0"/>
                  <a:sym typeface="Trebuchet MS" panose="020B0603020202020204" pitchFamily="34" charset="0"/>
                </a:rPr>
                <a:t>TIP: </a:t>
              </a:r>
              <a:r>
                <a:rPr lang="en-US" altLang="zh-CN" sz="3200">
                  <a:solidFill>
                    <a:srgbClr val="BFBFBF"/>
                  </a:solidFill>
                  <a:latin typeface="Trebuchet MS" panose="020B0603020202020204" pitchFamily="34" charset="0"/>
                  <a:sym typeface="Trebuchet MS" panose="020B0603020202020204" pitchFamily="34" charset="0"/>
                </a:rPr>
                <a:t>The font size of your title should be bigger than your name(s) and institution name(s).</a:t>
              </a:r>
              <a:endParaRPr lang="zh-CN" altLang="en-US" sz="3200">
                <a:solidFill>
                  <a:srgbClr val="BFBFB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zh-CN" altLang="en-US" sz="3600" b="1">
                  <a:solidFill>
                    <a:schemeClr val="bg1"/>
                  </a:solidFill>
                  <a:latin typeface="Trebuchet MS" panose="020B0603020202020204" pitchFamily="34" charset="0"/>
                  <a:sym typeface="Trebuchet MS" panose="020B0603020202020204" pitchFamily="34" charset="0"/>
                </a:rPr>
                <a:t/>
              </a:r>
              <a:br>
                <a:rPr lang="zh-CN" altLang="en-US" sz="3600" b="1">
                  <a:solidFill>
                    <a:schemeClr val="bg1"/>
                  </a:solidFill>
                  <a:latin typeface="Trebuchet MS" panose="020B0603020202020204" pitchFamily="34" charset="0"/>
                  <a:sym typeface="Trebuchet MS" panose="020B0603020202020204" pitchFamily="34" charset="0"/>
                </a:rPr>
              </a:br>
              <a:endParaRPr lang="en-US" altLang="zh-CN" sz="3600" b="1">
                <a:solidFill>
                  <a:schemeClr val="bg1"/>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600" b="1">
                <a:solidFill>
                  <a:srgbClr val="FFC000"/>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600" b="1">
                <a:solidFill>
                  <a:srgbClr val="FFC000"/>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4000" b="1">
                  <a:solidFill>
                    <a:srgbClr val="FFC000"/>
                  </a:solidFill>
                  <a:latin typeface="Trebuchet MS" panose="020B0603020202020204" pitchFamily="34" charset="0"/>
                  <a:sym typeface="Trebuchet MS" panose="020B0603020202020204" pitchFamily="34" charset="0"/>
                </a:rPr>
                <a:t>Adding Logos / Seals</a:t>
              </a:r>
              <a:endParaRPr lang="zh-CN" altLang="en-US" sz="4000" b="1">
                <a:solidFill>
                  <a:srgbClr val="FFC000"/>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3200">
                  <a:solidFill>
                    <a:srgbClr val="BFBFBF"/>
                  </a:solidFill>
                  <a:latin typeface="Trebuchet MS" panose="020B0603020202020204" pitchFamily="34" charset="0"/>
                  <a:sym typeface="Trebuchet MS" panose="020B0603020202020204"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endParaRPr lang="zh-CN" altLang="en-US" sz="3200">
                <a:solidFill>
                  <a:srgbClr val="BFBFB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200">
                <a:solidFill>
                  <a:srgbClr val="BFBFB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3200" b="1">
                  <a:solidFill>
                    <a:srgbClr val="FFC000"/>
                  </a:solidFill>
                  <a:latin typeface="Trebuchet MS" panose="020B0603020202020204" pitchFamily="34" charset="0"/>
                  <a:sym typeface="Trebuchet MS" panose="020B0603020202020204" pitchFamily="34" charset="0"/>
                </a:rPr>
                <a:t>TIP: </a:t>
              </a:r>
              <a:r>
                <a:rPr lang="en-US" altLang="zh-CN" sz="3200">
                  <a:solidFill>
                    <a:srgbClr val="BFBFBF"/>
                  </a:solidFill>
                  <a:latin typeface="Trebuchet MS" panose="020B0603020202020204" pitchFamily="34" charset="0"/>
                  <a:sym typeface="Trebuchet MS" panose="020B0603020202020204" pitchFamily="34" charset="0"/>
                </a:rPr>
                <a:t>See if your school’s logo is available on our free poster templates page.</a:t>
              </a:r>
              <a:endParaRPr lang="zh-CN" altLang="en-US" sz="3200">
                <a:solidFill>
                  <a:srgbClr val="BFBFB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200">
                <a:solidFill>
                  <a:srgbClr val="FFFFF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4000" b="1">
                  <a:solidFill>
                    <a:srgbClr val="FFC000"/>
                  </a:solidFill>
                  <a:latin typeface="Trebuchet MS" panose="020B0603020202020204" pitchFamily="34" charset="0"/>
                  <a:sym typeface="Trebuchet MS" panose="020B0603020202020204" pitchFamily="34" charset="0"/>
                </a:rPr>
                <a:t>Photographs / Graphics</a:t>
              </a:r>
              <a:endParaRPr lang="zh-CN" altLang="en-US" sz="4000" b="1">
                <a:solidFill>
                  <a:srgbClr val="FFC000"/>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3200">
                  <a:solidFill>
                    <a:srgbClr val="BFBFBF"/>
                  </a:solidFill>
                  <a:latin typeface="Trebuchet MS" panose="020B0603020202020204" pitchFamily="34" charset="0"/>
                  <a:sym typeface="Trebuchet MS" panose="020B0603020202020204"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disproportionally.</a:t>
              </a:r>
              <a:endParaRPr lang="zh-CN" altLang="en-US" sz="3200">
                <a:solidFill>
                  <a:srgbClr val="BFBFB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200">
                <a:solidFill>
                  <a:srgbClr val="FFFFF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600" b="1">
                <a:solidFill>
                  <a:srgbClr val="FFC000"/>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600" b="1">
                <a:solidFill>
                  <a:srgbClr val="FFC000"/>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600" b="1">
                <a:solidFill>
                  <a:srgbClr val="FFC000"/>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600" b="1">
                <a:solidFill>
                  <a:srgbClr val="FFC000"/>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600" b="1">
                <a:solidFill>
                  <a:srgbClr val="FFC000"/>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600" b="1">
                <a:solidFill>
                  <a:srgbClr val="FFC000"/>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600" b="1">
                <a:solidFill>
                  <a:srgbClr val="FFC000"/>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4000" b="1">
                  <a:solidFill>
                    <a:srgbClr val="FFC000"/>
                  </a:solidFill>
                  <a:latin typeface="Trebuchet MS" panose="020B0603020202020204" pitchFamily="34" charset="0"/>
                  <a:sym typeface="Trebuchet MS" panose="020B0603020202020204" pitchFamily="34" charset="0"/>
                </a:rPr>
                <a:t>Image Quality Check</a:t>
              </a:r>
              <a:endParaRPr lang="zh-CN" altLang="en-US" sz="4000" b="1">
                <a:solidFill>
                  <a:srgbClr val="FFC000"/>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3200">
                  <a:solidFill>
                    <a:srgbClr val="BFBFBF"/>
                  </a:solidFill>
                  <a:latin typeface="Trebuchet MS" panose="020B0603020202020204" pitchFamily="34" charset="0"/>
                  <a:sym typeface="Trebuchet MS" panose="020B0603020202020204" pitchFamily="34" charset="0"/>
                </a:rPr>
                <a:t>Zoom in and look at your images at 100% magnification. If they look good they will print well. </a:t>
              </a:r>
              <a:endParaRPr lang="en-US" altLang="zh-CN" sz="3600">
                <a:solidFill>
                  <a:srgbClr val="FFFFFF"/>
                </a:solidFill>
                <a:latin typeface="Trebuchet MS" panose="020B0603020202020204" pitchFamily="34" charset="0"/>
                <a:sym typeface="Trebuchet MS" panose="020B0603020202020204" pitchFamily="34" charset="0"/>
              </a:endParaRPr>
            </a:p>
          </p:txBody>
        </p:sp>
        <p:sp>
          <p:nvSpPr>
            <p:cNvPr id="2066" name="Straight Connector 37">
              <a:extLst>
                <a:ext uri="{FF2B5EF4-FFF2-40B4-BE49-F238E27FC236}">
                  <a16:creationId xmlns:a16="http://schemas.microsoft.com/office/drawing/2014/main" id="{2DB1A2D3-E555-4E16-8618-86BC6D8271F4}"/>
                </a:ext>
              </a:extLst>
            </p:cNvPr>
            <p:cNvSpPr>
              <a:spLocks noChangeShapeType="1"/>
            </p:cNvSpPr>
            <p:nvPr/>
          </p:nvSpPr>
          <p:spPr bwMode="auto">
            <a:xfrm>
              <a:off x="0" y="10022765"/>
              <a:ext cx="10999746" cy="3341"/>
            </a:xfrm>
            <a:prstGeom prst="line">
              <a:avLst/>
            </a:prstGeom>
            <a:noFill/>
            <a:ln w="9525">
              <a:solidFill>
                <a:srgbClr val="FFC000"/>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067" name="Picture 38">
              <a:extLst>
                <a:ext uri="{FF2B5EF4-FFF2-40B4-BE49-F238E27FC236}">
                  <a16:creationId xmlns:a16="http://schemas.microsoft.com/office/drawing/2014/main" id="{24D3CB39-052F-4842-8189-F110CBBADD2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6824" y="12366456"/>
              <a:ext cx="1597666" cy="1201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8" name="Picture 39">
              <a:extLst>
                <a:ext uri="{FF2B5EF4-FFF2-40B4-BE49-F238E27FC236}">
                  <a16:creationId xmlns:a16="http://schemas.microsoft.com/office/drawing/2014/main" id="{5A642DDE-2406-44D4-8FE3-05365924AED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6469" y="19123127"/>
              <a:ext cx="9986808" cy="1053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69" name="Group 40">
              <a:extLst>
                <a:ext uri="{FF2B5EF4-FFF2-40B4-BE49-F238E27FC236}">
                  <a16:creationId xmlns:a16="http://schemas.microsoft.com/office/drawing/2014/main" id="{3DC17076-6857-4A5F-9CE7-9F1A5E75551E}"/>
                </a:ext>
              </a:extLst>
            </p:cNvPr>
            <p:cNvGrpSpPr>
              <a:grpSpLocks/>
            </p:cNvGrpSpPr>
            <p:nvPr/>
          </p:nvGrpSpPr>
          <p:grpSpPr bwMode="auto">
            <a:xfrm>
              <a:off x="1241397" y="29365045"/>
              <a:ext cx="7531184" cy="2052837"/>
              <a:chOff x="0" y="0"/>
              <a:chExt cx="3470786" cy="943161"/>
            </a:xfrm>
          </p:grpSpPr>
          <p:grpSp>
            <p:nvGrpSpPr>
              <p:cNvPr id="2075" name="Group 48">
                <a:extLst>
                  <a:ext uri="{FF2B5EF4-FFF2-40B4-BE49-F238E27FC236}">
                    <a16:creationId xmlns:a16="http://schemas.microsoft.com/office/drawing/2014/main" id="{2642A0B6-DFB6-4FC5-A43A-021B641D704A}"/>
                  </a:ext>
                </a:extLst>
              </p:cNvPr>
              <p:cNvGrpSpPr>
                <a:grpSpLocks/>
              </p:cNvGrpSpPr>
              <p:nvPr/>
            </p:nvGrpSpPr>
            <p:grpSpPr bwMode="auto">
              <a:xfrm>
                <a:off x="1686932" y="44236"/>
                <a:ext cx="624431" cy="898924"/>
                <a:chOff x="0" y="0"/>
                <a:chExt cx="779338" cy="1288151"/>
              </a:xfrm>
            </p:grpSpPr>
            <p:pic>
              <p:nvPicPr>
                <p:cNvPr id="3" name="Picture 69">
                  <a:extLst>
                    <a:ext uri="{FF2B5EF4-FFF2-40B4-BE49-F238E27FC236}">
                      <a16:creationId xmlns:a16="http://schemas.microsoft.com/office/drawing/2014/main" id="{88BB91B1-7300-4751-8F33-CBAB80077BC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537" y="0"/>
                  <a:ext cx="768801" cy="1090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70">
                  <a:extLst>
                    <a:ext uri="{FF2B5EF4-FFF2-40B4-BE49-F238E27FC236}">
                      <a16:creationId xmlns:a16="http://schemas.microsoft.com/office/drawing/2014/main" id="{73AD2A29-E972-4042-8175-F2FD29213368}"/>
                    </a:ext>
                  </a:extLst>
                </p:cNvPr>
                <p:cNvSpPr>
                  <a:spLocks noChangeArrowheads="1"/>
                </p:cNvSpPr>
                <p:nvPr/>
              </p:nvSpPr>
              <p:spPr bwMode="auto">
                <a:xfrm>
                  <a:off x="-121" y="996431"/>
                  <a:ext cx="779727" cy="291276"/>
                </a:xfrm>
                <a:prstGeom prst="rect">
                  <a:avLst/>
                </a:prstGeom>
                <a:solidFill>
                  <a:schemeClr val="accent1"/>
                </a:solidFill>
                <a:ln>
                  <a:noFill/>
                </a:ln>
              </p:spPr>
              <p:txBody>
                <a:bodyPr tIns="91440" bIns="91440">
                  <a:spAutoFit/>
                </a:bodyP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r>
                    <a:rPr lang="en-US" altLang="zh-CN" sz="2000" b="1">
                      <a:latin typeface="Calibri" panose="020F0502020204030204" pitchFamily="34" charset="0"/>
                      <a:sym typeface="Calibri" panose="020F0502020204030204" pitchFamily="34" charset="0"/>
                    </a:rPr>
                    <a:t>ORIGINAL</a:t>
                  </a:r>
                </a:p>
              </p:txBody>
            </p:sp>
          </p:grpSp>
          <p:grpSp>
            <p:nvGrpSpPr>
              <p:cNvPr id="2076" name="Group 64">
                <a:extLst>
                  <a:ext uri="{FF2B5EF4-FFF2-40B4-BE49-F238E27FC236}">
                    <a16:creationId xmlns:a16="http://schemas.microsoft.com/office/drawing/2014/main" id="{86B9D9EC-48C3-4E1A-A57D-49620AB440CA}"/>
                  </a:ext>
                </a:extLst>
              </p:cNvPr>
              <p:cNvGrpSpPr>
                <a:grpSpLocks/>
              </p:cNvGrpSpPr>
              <p:nvPr/>
            </p:nvGrpSpPr>
            <p:grpSpPr bwMode="auto">
              <a:xfrm>
                <a:off x="2437269" y="44244"/>
                <a:ext cx="1033517" cy="898917"/>
                <a:chOff x="0" y="0"/>
                <a:chExt cx="1420279" cy="1235306"/>
              </a:xfrm>
            </p:grpSpPr>
            <p:pic>
              <p:nvPicPr>
                <p:cNvPr id="2079" name="Picture 67">
                  <a:extLst>
                    <a:ext uri="{FF2B5EF4-FFF2-40B4-BE49-F238E27FC236}">
                      <a16:creationId xmlns:a16="http://schemas.microsoft.com/office/drawing/2014/main" id="{399A3635-AEAD-418A-8CA6-37FCE5662D4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1420279" cy="1029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4" name="TextBox 68">
                  <a:extLst>
                    <a:ext uri="{FF2B5EF4-FFF2-40B4-BE49-F238E27FC236}">
                      <a16:creationId xmlns:a16="http://schemas.microsoft.com/office/drawing/2014/main" id="{C6796699-E6A3-4CA6-8D09-B614FE824058}"/>
                    </a:ext>
                  </a:extLst>
                </p:cNvPr>
                <p:cNvSpPr>
                  <a:spLocks noChangeArrowheads="1"/>
                </p:cNvSpPr>
                <p:nvPr/>
              </p:nvSpPr>
              <p:spPr bwMode="auto">
                <a:xfrm>
                  <a:off x="2594" y="955550"/>
                  <a:ext cx="1417936" cy="279329"/>
                </a:xfrm>
                <a:prstGeom prst="rect">
                  <a:avLst/>
                </a:prstGeom>
                <a:solidFill>
                  <a:srgbClr val="FF0000"/>
                </a:solidFill>
                <a:ln>
                  <a:noFill/>
                </a:ln>
              </p:spPr>
              <p:txBody>
                <a:bodyPr lIns="457200" tIns="91440" rIns="457200" bIns="91440">
                  <a:spAutoFit/>
                </a:bodyP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r>
                    <a:rPr lang="en-US" altLang="zh-CN" sz="2000" b="1">
                      <a:solidFill>
                        <a:schemeClr val="bg1"/>
                      </a:solidFill>
                      <a:latin typeface="Calibri" panose="020F0502020204030204" pitchFamily="34" charset="0"/>
                      <a:sym typeface="Calibri" panose="020F0502020204030204" pitchFamily="34" charset="0"/>
                    </a:rPr>
                    <a:t>DISTORTED</a:t>
                  </a:r>
                  <a:endParaRPr lang="en-US" altLang="zh-CN" sz="900" b="1">
                    <a:solidFill>
                      <a:schemeClr val="bg1"/>
                    </a:solidFill>
                    <a:latin typeface="Calibri" panose="020F0502020204030204" pitchFamily="34" charset="0"/>
                    <a:sym typeface="Calibri" panose="020F0502020204030204" pitchFamily="34" charset="0"/>
                  </a:endParaRPr>
                </a:p>
              </p:txBody>
            </p:sp>
          </p:grpSp>
          <p:pic>
            <p:nvPicPr>
              <p:cNvPr id="2077" name="Picture 65">
                <a:extLst>
                  <a:ext uri="{FF2B5EF4-FFF2-40B4-BE49-F238E27FC236}">
                    <a16:creationId xmlns:a16="http://schemas.microsoft.com/office/drawing/2014/main" id="{06BCB83E-B796-419A-873C-E08CCA04D80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1098742" cy="847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66">
                <a:extLst>
                  <a:ext uri="{FF2B5EF4-FFF2-40B4-BE49-F238E27FC236}">
                    <a16:creationId xmlns:a16="http://schemas.microsoft.com/office/drawing/2014/main" id="{0E6540C4-C41B-4413-B769-DF5EF2DCD340}"/>
                  </a:ext>
                </a:extLst>
              </p:cNvPr>
              <p:cNvSpPr>
                <a:spLocks noChangeArrowheads="1"/>
              </p:cNvSpPr>
              <p:nvPr/>
            </p:nvSpPr>
            <p:spPr bwMode="auto">
              <a:xfrm>
                <a:off x="29622" y="648445"/>
                <a:ext cx="1035758" cy="292439"/>
              </a:xfrm>
              <a:prstGeom prst="rect">
                <a:avLst/>
              </a:prstGeom>
              <a:noFill/>
              <a:ln>
                <a:noFill/>
              </a:ln>
            </p:spPr>
            <p:txBody>
              <a:bodyPr lIns="457200" tIns="457200" rIns="457200" bIns="0">
                <a:spAutoFit/>
              </a:bodyP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r>
                  <a:rPr lang="en-US" altLang="zh-CN" sz="1600">
                    <a:solidFill>
                      <a:schemeClr val="bg1"/>
                    </a:solidFill>
                    <a:latin typeface="Calibri" panose="020F0502020204030204" pitchFamily="34" charset="0"/>
                    <a:sym typeface="Calibri" panose="020F0502020204030204" pitchFamily="34" charset="0"/>
                  </a:rPr>
                  <a:t>Corner handles</a:t>
                </a:r>
              </a:p>
            </p:txBody>
          </p:sp>
        </p:grpSp>
        <p:grpSp>
          <p:nvGrpSpPr>
            <p:cNvPr id="2070" name="Group 41">
              <a:extLst>
                <a:ext uri="{FF2B5EF4-FFF2-40B4-BE49-F238E27FC236}">
                  <a16:creationId xmlns:a16="http://schemas.microsoft.com/office/drawing/2014/main" id="{D110BDE6-07DC-41B3-9DBE-344477054DC7}"/>
                </a:ext>
              </a:extLst>
            </p:cNvPr>
            <p:cNvGrpSpPr>
              <a:grpSpLocks/>
            </p:cNvGrpSpPr>
            <p:nvPr/>
          </p:nvGrpSpPr>
          <p:grpSpPr bwMode="auto">
            <a:xfrm>
              <a:off x="526824" y="34463690"/>
              <a:ext cx="9344084" cy="2453249"/>
              <a:chOff x="0" y="0"/>
              <a:chExt cx="4306270" cy="1127127"/>
            </a:xfrm>
          </p:grpSpPr>
          <p:pic>
            <p:nvPicPr>
              <p:cNvPr id="2071" name="Object 42">
                <a:extLst>
                  <a:ext uri="{FF2B5EF4-FFF2-40B4-BE49-F238E27FC236}">
                    <a16:creationId xmlns:a16="http://schemas.microsoft.com/office/drawing/2014/main" id="{BF15BE07-C665-4281-8CCF-1B295139DC9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26505" y="7"/>
                <a:ext cx="18288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72" name="Object 43">
                <a:extLst>
                  <a:ext uri="{FF2B5EF4-FFF2-40B4-BE49-F238E27FC236}">
                    <a16:creationId xmlns:a16="http://schemas.microsoft.com/office/drawing/2014/main" id="{AAB15013-831F-4D8F-AF03-0B904E4B8EED}"/>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03211" y="3700"/>
                <a:ext cx="18288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45">
                <a:extLst>
                  <a:ext uri="{FF2B5EF4-FFF2-40B4-BE49-F238E27FC236}">
                    <a16:creationId xmlns:a16="http://schemas.microsoft.com/office/drawing/2014/main" id="{F95A3170-F22B-4477-8549-F9B7556C274A}"/>
                  </a:ext>
                </a:extLst>
              </p:cNvPr>
              <p:cNvSpPr>
                <a:spLocks noChangeArrowheads="1"/>
              </p:cNvSpPr>
              <p:nvPr/>
            </p:nvSpPr>
            <p:spPr bwMode="auto">
              <a:xfrm rot="-5400000">
                <a:off x="-475915" y="476007"/>
                <a:ext cx="1117299" cy="165721"/>
              </a:xfrm>
              <a:prstGeom prst="rect">
                <a:avLst/>
              </a:prstGeom>
              <a:noFill/>
              <a:ln>
                <a:noFill/>
              </a:ln>
            </p:spPr>
            <p:txBody>
              <a:bodyPr tIns="91440" bIns="0">
                <a:spAutoFit/>
              </a:bodyP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r>
                  <a:rPr lang="en-US" altLang="zh-CN" sz="2000">
                    <a:solidFill>
                      <a:srgbClr val="92D050"/>
                    </a:solidFill>
                    <a:latin typeface="Calibri" panose="020F0502020204030204" pitchFamily="34" charset="0"/>
                    <a:sym typeface="Calibri" panose="020F0502020204030204" pitchFamily="34" charset="0"/>
                  </a:rPr>
                  <a:t>Good </a:t>
                </a:r>
                <a:r>
                  <a:rPr lang="en-US" altLang="zh-CN" sz="2000">
                    <a:solidFill>
                      <a:schemeClr val="bg1"/>
                    </a:solidFill>
                    <a:latin typeface="Calibri" panose="020F0502020204030204" pitchFamily="34" charset="0"/>
                    <a:sym typeface="Calibri" panose="020F0502020204030204" pitchFamily="34" charset="0"/>
                  </a:rPr>
                  <a:t>printing quality</a:t>
                </a:r>
              </a:p>
            </p:txBody>
          </p:sp>
          <p:sp>
            <p:nvSpPr>
              <p:cNvPr id="7" name="TextBox 46">
                <a:extLst>
                  <a:ext uri="{FF2B5EF4-FFF2-40B4-BE49-F238E27FC236}">
                    <a16:creationId xmlns:a16="http://schemas.microsoft.com/office/drawing/2014/main" id="{EDE734B8-D4B9-42A6-8946-79DEB3472778}"/>
                  </a:ext>
                </a:extLst>
              </p:cNvPr>
              <p:cNvSpPr>
                <a:spLocks noChangeArrowheads="1"/>
              </p:cNvSpPr>
              <p:nvPr/>
            </p:nvSpPr>
            <p:spPr bwMode="auto">
              <a:xfrm rot="-5400000">
                <a:off x="3664486" y="485842"/>
                <a:ext cx="1117299" cy="165721"/>
              </a:xfrm>
              <a:prstGeom prst="rect">
                <a:avLst/>
              </a:prstGeom>
              <a:noFill/>
              <a:ln>
                <a:noFill/>
              </a:ln>
            </p:spPr>
            <p:txBody>
              <a:bodyPr tIns="91440" bIns="0">
                <a:spAutoFit/>
              </a:bodyP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r>
                  <a:rPr lang="en-US" altLang="zh-CN" sz="2000">
                    <a:solidFill>
                      <a:srgbClr val="FF0000"/>
                    </a:solidFill>
                    <a:latin typeface="Calibri" panose="020F0502020204030204" pitchFamily="34" charset="0"/>
                    <a:sym typeface="Calibri" panose="020F0502020204030204" pitchFamily="34" charset="0"/>
                  </a:rPr>
                  <a:t>Bad </a:t>
                </a:r>
                <a:r>
                  <a:rPr lang="en-US" altLang="zh-CN" sz="2000">
                    <a:solidFill>
                      <a:schemeClr val="bg1"/>
                    </a:solidFill>
                    <a:latin typeface="Calibri" panose="020F0502020204030204" pitchFamily="34" charset="0"/>
                    <a:sym typeface="Calibri" panose="020F0502020204030204" pitchFamily="34" charset="0"/>
                  </a:rPr>
                  <a:t>printing quality</a:t>
                </a:r>
              </a:p>
            </p:txBody>
          </p:sp>
        </p:grpSp>
      </p:grpSp>
      <p:grpSp>
        <p:nvGrpSpPr>
          <p:cNvPr id="2054" name="Group 71">
            <a:extLst>
              <a:ext uri="{FF2B5EF4-FFF2-40B4-BE49-F238E27FC236}">
                <a16:creationId xmlns:a16="http://schemas.microsoft.com/office/drawing/2014/main" id="{98A434F7-0228-4352-8124-FC6B4F29F04D}"/>
              </a:ext>
            </a:extLst>
          </p:cNvPr>
          <p:cNvGrpSpPr>
            <a:grpSpLocks/>
          </p:cNvGrpSpPr>
          <p:nvPr/>
        </p:nvGrpSpPr>
        <p:grpSpPr bwMode="auto">
          <a:xfrm>
            <a:off x="33178750" y="0"/>
            <a:ext cx="12287250" cy="43891200"/>
            <a:chOff x="0" y="0"/>
            <a:chExt cx="11062139" cy="39522767"/>
          </a:xfrm>
        </p:grpSpPr>
        <p:sp>
          <p:nvSpPr>
            <p:cNvPr id="2073" name="Rectangle 72">
              <a:extLst>
                <a:ext uri="{FF2B5EF4-FFF2-40B4-BE49-F238E27FC236}">
                  <a16:creationId xmlns:a16="http://schemas.microsoft.com/office/drawing/2014/main" id="{E333B480-78CA-44D8-B942-8A75B856F579}"/>
                </a:ext>
              </a:extLst>
            </p:cNvPr>
            <p:cNvSpPr>
              <a:spLocks noChangeArrowheads="1"/>
            </p:cNvSpPr>
            <p:nvPr/>
          </p:nvSpPr>
          <p:spPr bwMode="auto">
            <a:xfrm>
              <a:off x="0" y="0"/>
              <a:ext cx="11062139" cy="39522767"/>
            </a:xfrm>
            <a:prstGeom prst="rect">
              <a:avLst/>
            </a:prstGeom>
            <a:solidFill>
              <a:srgbClr val="0C0C0C"/>
            </a:solidFill>
            <a:ln>
              <a:noFill/>
            </a:ln>
          </p:spPr>
          <p:txBody>
            <a:bodyPr lIns="457200" tIns="457200" rIns="457200" bIns="0"/>
            <a:lstStyle>
              <a:lvl1pPr>
                <a:defRPr sz="8900">
                  <a:solidFill>
                    <a:schemeClr val="tx1"/>
                  </a:solidFill>
                  <a:latin typeface="Arial" panose="020B0604020202020204" pitchFamily="34" charset="0"/>
                  <a:ea typeface="宋体" panose="02010600030101010101" pitchFamily="2" charset="-122"/>
                </a:defRPr>
              </a:lvl1pPr>
              <a:lvl2pPr marL="2000250">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r>
                <a:rPr lang="en-US" altLang="zh-CN" sz="4800" b="1">
                  <a:solidFill>
                    <a:schemeClr val="bg1"/>
                  </a:solidFill>
                  <a:latin typeface="Trebuchet MS" panose="020B0603020202020204" pitchFamily="34" charset="0"/>
                  <a:sym typeface="Trebuchet MS" panose="020B0603020202020204" pitchFamily="34" charset="0"/>
                </a:rPr>
                <a:t>QUICK START (cont.)</a:t>
              </a:r>
              <a:endParaRPr lang="zh-CN" altLang="en-US" sz="4800" b="1">
                <a:solidFill>
                  <a:schemeClr val="bg1"/>
                </a:solidFill>
                <a:latin typeface="Trebuchet MS" panose="020B0603020202020204" pitchFamily="34" charset="0"/>
                <a:sym typeface="Trebuchet MS" panose="020B0603020202020204" pitchFamily="34" charset="0"/>
              </a:endParaRPr>
            </a:p>
            <a:p>
              <a:pPr algn="ctr" eaLnBrk="1" hangingPunct="1">
                <a:buFont typeface="Arial" panose="020B0604020202020204" pitchFamily="34" charset="0"/>
                <a:buNone/>
                <a:defRPr/>
              </a:pPr>
              <a:endParaRPr lang="zh-CN" altLang="en-US" sz="4400" b="1">
                <a:solidFill>
                  <a:schemeClr val="bg1"/>
                </a:solidFill>
                <a:latin typeface="Trebuchet MS" panose="020B0603020202020204" pitchFamily="34" charset="0"/>
                <a:sym typeface="Trebuchet MS" panose="020B0603020202020204" pitchFamily="34" charset="0"/>
              </a:endParaRPr>
            </a:p>
            <a:p>
              <a:pPr algn="ctr" eaLnBrk="1" hangingPunct="1">
                <a:buFont typeface="Arial" panose="020B0604020202020204" pitchFamily="34" charset="0"/>
                <a:buNone/>
                <a:defRPr/>
              </a:pPr>
              <a:r>
                <a:rPr lang="en-US" altLang="zh-CN" sz="4000" b="1">
                  <a:solidFill>
                    <a:srgbClr val="FFC000"/>
                  </a:solidFill>
                  <a:latin typeface="Trebuchet MS" panose="020B0603020202020204" pitchFamily="34" charset="0"/>
                  <a:sym typeface="Trebuchet MS" panose="020B0603020202020204" pitchFamily="34" charset="0"/>
                </a:rPr>
                <a:t>How to change the template color theme</a:t>
              </a:r>
              <a:endParaRPr lang="zh-CN" altLang="en-US" sz="4000" b="1">
                <a:solidFill>
                  <a:srgbClr val="FFC000"/>
                </a:solidFill>
                <a:latin typeface="Trebuchet MS" panose="020B0603020202020204" pitchFamily="34" charset="0"/>
                <a:sym typeface="Trebuchet MS" panose="020B0603020202020204" pitchFamily="34" charset="0"/>
              </a:endParaRPr>
            </a:p>
            <a:p>
              <a:pPr marL="0" lvl="2" indent="0" eaLnBrk="1" hangingPunct="1">
                <a:buFont typeface="Arial" panose="020B0604020202020204" pitchFamily="34" charset="0"/>
                <a:buNone/>
                <a:defRPr/>
              </a:pPr>
              <a:r>
                <a:rPr lang="en-US" altLang="zh-CN" sz="3200">
                  <a:solidFill>
                    <a:srgbClr val="BFBFBF"/>
                  </a:solidFill>
                  <a:latin typeface="Trebuchet MS" panose="020B0603020202020204" pitchFamily="34" charset="0"/>
                  <a:sym typeface="Trebuchet MS" panose="020B0603020202020204" pitchFamily="34" charset="0"/>
                </a:rPr>
                <a:t>You can easily change the color theme of your poster by going to the DESIGN menu, click on COLORS, and choose the color theme of your choice. You can also create your own color theme.</a:t>
              </a:r>
              <a:endParaRPr lang="zh-CN" altLang="en-US" sz="3200">
                <a:solidFill>
                  <a:srgbClr val="BFBFBF"/>
                </a:solidFill>
                <a:latin typeface="Trebuchet MS" panose="020B0603020202020204" pitchFamily="34" charset="0"/>
                <a:sym typeface="Trebuchet MS" panose="020B0603020202020204" pitchFamily="34" charset="0"/>
              </a:endParaRPr>
            </a:p>
            <a:p>
              <a:pPr marL="0" lvl="2" indent="0" eaLnBrk="1" hangingPunct="1">
                <a:buFont typeface="Arial" panose="020B0604020202020204" pitchFamily="34" charset="0"/>
                <a:buNone/>
                <a:defRPr/>
              </a:pPr>
              <a:endParaRPr lang="zh-CN" altLang="en-US" sz="3200">
                <a:solidFill>
                  <a:srgbClr val="BFBFB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200">
                <a:solidFill>
                  <a:srgbClr val="BFBFB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200">
                <a:solidFill>
                  <a:srgbClr val="BFBFB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200">
                <a:solidFill>
                  <a:srgbClr val="BFBFB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200">
                <a:solidFill>
                  <a:srgbClr val="BFBFB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200">
                <a:solidFill>
                  <a:srgbClr val="BFBFB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200">
                <a:solidFill>
                  <a:srgbClr val="BFBFB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3200">
                  <a:solidFill>
                    <a:srgbClr val="BFBFBF"/>
                  </a:solidFill>
                  <a:latin typeface="Trebuchet MS" panose="020B0603020202020204" pitchFamily="34" charset="0"/>
                  <a:sym typeface="Trebuchet MS" panose="020B0603020202020204" pitchFamily="34" charset="0"/>
                </a:rPr>
                <a:t>You can also manually change the color of your background by going to VIEW &gt; SLIDE MASTER.  After you finish working on the master be sure to go to VIEW &gt; NORMAL to continue working on your poster.</a:t>
              </a:r>
              <a:endParaRPr lang="zh-CN" altLang="en-US" sz="3200">
                <a:solidFill>
                  <a:srgbClr val="BFBFB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200">
                <a:solidFill>
                  <a:srgbClr val="BFBFBF"/>
                </a:solidFill>
                <a:latin typeface="Trebuchet MS" panose="020B0603020202020204" pitchFamily="34" charset="0"/>
                <a:sym typeface="Trebuchet MS" panose="020B0603020202020204" pitchFamily="34" charset="0"/>
              </a:endParaRPr>
            </a:p>
            <a:p>
              <a:pPr algn="ctr" eaLnBrk="1" hangingPunct="1">
                <a:buFont typeface="Arial" panose="020B0604020202020204" pitchFamily="34" charset="0"/>
                <a:buNone/>
                <a:defRPr/>
              </a:pPr>
              <a:r>
                <a:rPr lang="en-US" altLang="zh-CN" sz="4000" b="1">
                  <a:solidFill>
                    <a:srgbClr val="FFC000"/>
                  </a:solidFill>
                  <a:latin typeface="Trebuchet MS" panose="020B0603020202020204" pitchFamily="34" charset="0"/>
                  <a:sym typeface="Trebuchet MS" panose="020B0603020202020204" pitchFamily="34" charset="0"/>
                </a:rPr>
                <a:t>How to add Text</a:t>
              </a:r>
              <a:endParaRPr lang="zh-CN" altLang="en-US" sz="4000" b="1">
                <a:solidFill>
                  <a:srgbClr val="FFC000"/>
                </a:solidFill>
                <a:latin typeface="Trebuchet MS" panose="020B0603020202020204" pitchFamily="34" charset="0"/>
                <a:sym typeface="Trebuchet MS" panose="020B0603020202020204" pitchFamily="34" charset="0"/>
              </a:endParaRPr>
            </a:p>
            <a:p>
              <a:pPr marL="0" lvl="2" indent="0" eaLnBrk="1" hangingPunct="1">
                <a:buFont typeface="Arial" panose="020B0604020202020204" pitchFamily="34" charset="0"/>
                <a:buNone/>
                <a:defRPr/>
              </a:pPr>
              <a:r>
                <a:rPr lang="en-US" altLang="zh-CN" sz="3200">
                  <a:solidFill>
                    <a:srgbClr val="BFBFBF"/>
                  </a:solidFill>
                  <a:latin typeface="Trebuchet MS" panose="020B0603020202020204" pitchFamily="34" charset="0"/>
                  <a:sym typeface="Trebuchet MS" panose="020B0603020202020204" pitchFamily="34" charset="0"/>
                </a:rPr>
                <a:t>The template comes with a number of pre-formatted placeholders for headers and text blocks. You can add more blocks by copying and pasting the existing ones or by adding a text box from the HOME menu. </a:t>
              </a:r>
              <a:endParaRPr lang="zh-CN" altLang="en-US" sz="3200">
                <a:solidFill>
                  <a:srgbClr val="BFBFBF"/>
                </a:solidFill>
                <a:latin typeface="Trebuchet MS" panose="020B0603020202020204" pitchFamily="34" charset="0"/>
                <a:sym typeface="Trebuchet MS" panose="020B0603020202020204" pitchFamily="34" charset="0"/>
              </a:endParaRPr>
            </a:p>
            <a:p>
              <a:pPr marL="0" lvl="2" indent="0" eaLnBrk="1" hangingPunct="1">
                <a:buFont typeface="Arial" panose="020B0604020202020204" pitchFamily="34" charset="0"/>
                <a:buNone/>
                <a:defRPr/>
              </a:pPr>
              <a:endParaRPr lang="zh-CN" altLang="en-US" sz="3200">
                <a:solidFill>
                  <a:srgbClr val="BFBFBF"/>
                </a:solidFill>
                <a:latin typeface="Trebuchet MS" panose="020B0603020202020204" pitchFamily="34" charset="0"/>
                <a:sym typeface="Trebuchet MS" panose="020B0603020202020204" pitchFamily="34" charset="0"/>
              </a:endParaRPr>
            </a:p>
            <a:p>
              <a:pPr algn="ctr" eaLnBrk="1" hangingPunct="1">
                <a:buFont typeface="Arial" panose="020B0604020202020204" pitchFamily="34" charset="0"/>
                <a:buNone/>
                <a:defRPr/>
              </a:pPr>
              <a:r>
                <a:rPr lang="en-US" altLang="zh-CN" sz="3200">
                  <a:solidFill>
                    <a:srgbClr val="BFBFBF"/>
                  </a:solidFill>
                  <a:latin typeface="Trebuchet MS" panose="020B0603020202020204" pitchFamily="34" charset="0"/>
                  <a:sym typeface="Trebuchet MS" panose="020B0603020202020204" pitchFamily="34" charset="0"/>
                </a:rPr>
                <a:t> </a:t>
              </a:r>
              <a:r>
                <a:rPr lang="en-US" altLang="zh-CN" sz="4000" b="1">
                  <a:solidFill>
                    <a:srgbClr val="FFC000"/>
                  </a:solidFill>
                  <a:latin typeface="Trebuchet MS" panose="020B0603020202020204" pitchFamily="34" charset="0"/>
                  <a:sym typeface="Trebuchet MS" panose="020B0603020202020204" pitchFamily="34" charset="0"/>
                </a:rPr>
                <a:t>Text size</a:t>
              </a:r>
              <a:endParaRPr lang="zh-CN" altLang="en-US" sz="4000" b="1">
                <a:solidFill>
                  <a:srgbClr val="FFC000"/>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3200">
                  <a:solidFill>
                    <a:srgbClr val="BFBFBF"/>
                  </a:solidFill>
                  <a:latin typeface="Trebuchet MS" panose="020B0603020202020204" pitchFamily="34" charset="0"/>
                  <a:sym typeface="Trebuchet MS" panose="020B0603020202020204" pitchFamily="34" charset="0"/>
                </a:rPr>
                <a:t>Adjust the size of your text based on how much content you have to present. </a:t>
              </a:r>
              <a:r>
                <a:rPr lang="zh-CN" altLang="en-US" sz="3200">
                  <a:solidFill>
                    <a:srgbClr val="BFBFBF"/>
                  </a:solidFill>
                  <a:latin typeface="Trebuchet MS" panose="020B0603020202020204" pitchFamily="34" charset="0"/>
                  <a:sym typeface="Trebuchet MS" panose="020B0603020202020204" pitchFamily="34" charset="0"/>
                </a:rPr>
                <a:t/>
              </a:r>
              <a:br>
                <a:rPr lang="zh-CN" altLang="en-US" sz="3200">
                  <a:solidFill>
                    <a:srgbClr val="BFBFBF"/>
                  </a:solidFill>
                  <a:latin typeface="Trebuchet MS" panose="020B0603020202020204" pitchFamily="34" charset="0"/>
                  <a:sym typeface="Trebuchet MS" panose="020B0603020202020204" pitchFamily="34" charset="0"/>
                </a:rPr>
              </a:br>
              <a:r>
                <a:rPr lang="en-US" altLang="zh-CN" sz="3200">
                  <a:solidFill>
                    <a:srgbClr val="BFBFBF"/>
                  </a:solidFill>
                  <a:latin typeface="Trebuchet MS" panose="020B0603020202020204" pitchFamily="34" charset="0"/>
                  <a:sym typeface="Trebuchet MS" panose="020B0603020202020204" pitchFamily="34" charset="0"/>
                </a:rPr>
                <a:t>The default template text offers a good starting point. Follow the conference requirements.</a:t>
              </a:r>
            </a:p>
            <a:p>
              <a:pPr marL="0" lvl="2" indent="0" eaLnBrk="1" hangingPunct="1">
                <a:buFont typeface="Arial" panose="020B0604020202020204" pitchFamily="34" charset="0"/>
                <a:buNone/>
                <a:defRPr/>
              </a:pPr>
              <a:endParaRPr lang="zh-CN" altLang="en-US" sz="3200">
                <a:solidFill>
                  <a:srgbClr val="BFBFBF"/>
                </a:solidFill>
                <a:latin typeface="Trebuchet MS" panose="020B0603020202020204" pitchFamily="34" charset="0"/>
                <a:sym typeface="Trebuchet MS" panose="020B0603020202020204" pitchFamily="34" charset="0"/>
              </a:endParaRPr>
            </a:p>
            <a:p>
              <a:pPr algn="ctr" eaLnBrk="1" hangingPunct="1">
                <a:buFont typeface="Arial" panose="020B0604020202020204" pitchFamily="34" charset="0"/>
                <a:buNone/>
                <a:defRPr/>
              </a:pPr>
              <a:r>
                <a:rPr lang="en-US" altLang="zh-CN" sz="4000" b="1">
                  <a:solidFill>
                    <a:srgbClr val="FFC000"/>
                  </a:solidFill>
                  <a:latin typeface="Trebuchet MS" panose="020B0603020202020204" pitchFamily="34" charset="0"/>
                  <a:sym typeface="Trebuchet MS" panose="020B0603020202020204" pitchFamily="34" charset="0"/>
                </a:rPr>
                <a:t>How to add Tables</a:t>
              </a:r>
              <a:endParaRPr lang="zh-CN" altLang="en-US" sz="4000" b="1">
                <a:solidFill>
                  <a:srgbClr val="FFC000"/>
                </a:solidFill>
                <a:latin typeface="Trebuchet MS" panose="020B0603020202020204" pitchFamily="34" charset="0"/>
                <a:sym typeface="Trebuchet MS" panose="020B0603020202020204" pitchFamily="34" charset="0"/>
              </a:endParaRPr>
            </a:p>
            <a:p>
              <a:pPr lvl="1" indent="0" eaLnBrk="1" hangingPunct="1">
                <a:buFont typeface="Arial" panose="020B0604020202020204" pitchFamily="34" charset="0"/>
                <a:buNone/>
                <a:defRPr/>
              </a:pPr>
              <a:r>
                <a:rPr lang="en-US" altLang="zh-CN" sz="3200">
                  <a:solidFill>
                    <a:srgbClr val="BFBFBF"/>
                  </a:solidFill>
                  <a:latin typeface="Trebuchet MS" panose="020B0603020202020204" pitchFamily="34" charset="0"/>
                  <a:sym typeface="Trebuchet MS" panose="020B0603020202020204" pitchFamily="34" charset="0"/>
                </a:rPr>
                <a:t>To add a table from scratch go to the INSERT menu and  click on TABLE. A drop-down box will help you select rows and columns. </a:t>
              </a:r>
              <a:endParaRPr lang="zh-CN" altLang="en-US" sz="3200">
                <a:solidFill>
                  <a:srgbClr val="BFBFB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3200">
                  <a:solidFill>
                    <a:srgbClr val="BFBFBF"/>
                  </a:solidFill>
                  <a:latin typeface="Trebuchet MS" panose="020B0603020202020204" pitchFamily="34" charset="0"/>
                  <a:sym typeface="Trebuchet MS" panose="020B0603020202020204" pitchFamily="34" charset="0"/>
                </a:rPr>
                <a:t>You can also copy and a paste a table from Word or another PowerPoint document. A pasted table may need to be re-formatted by RIGHT-CLICK &gt; FORMAT SHAPE, TEXT BOX, Margins.</a:t>
              </a:r>
              <a:endParaRPr lang="zh-CN" altLang="en-US" sz="3200">
                <a:solidFill>
                  <a:srgbClr val="BFBFB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200">
                <a:solidFill>
                  <a:srgbClr val="BFBFBF"/>
                </a:solidFill>
                <a:latin typeface="Trebuchet MS" panose="020B0603020202020204" pitchFamily="34" charset="0"/>
                <a:sym typeface="Trebuchet MS" panose="020B0603020202020204" pitchFamily="34" charset="0"/>
              </a:endParaRPr>
            </a:p>
            <a:p>
              <a:pPr algn="ctr" eaLnBrk="1" hangingPunct="1">
                <a:buFont typeface="Arial" panose="020B0604020202020204" pitchFamily="34" charset="0"/>
                <a:buNone/>
                <a:defRPr/>
              </a:pPr>
              <a:r>
                <a:rPr lang="en-US" altLang="zh-CN" sz="4000" b="1">
                  <a:solidFill>
                    <a:srgbClr val="FFC000"/>
                  </a:solidFill>
                  <a:latin typeface="Trebuchet MS" panose="020B0603020202020204" pitchFamily="34" charset="0"/>
                  <a:sym typeface="Trebuchet MS" panose="020B0603020202020204" pitchFamily="34" charset="0"/>
                </a:rPr>
                <a:t>Graphs / Charts</a:t>
              </a:r>
              <a:endParaRPr lang="zh-CN" altLang="en-US" sz="4000" b="1">
                <a:solidFill>
                  <a:srgbClr val="FFC000"/>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3200">
                  <a:solidFill>
                    <a:srgbClr val="BFBFBF"/>
                  </a:solidFill>
                  <a:latin typeface="Trebuchet MS" panose="020B0603020202020204" pitchFamily="34" charset="0"/>
                  <a:sym typeface="Trebuchet MS" panose="020B0603020202020204" pitchFamily="34" charset="0"/>
                </a:rPr>
                <a:t>You can simply copy and paste charts and graphs from Excel or Word. Some reformatting may be required depending on how the original document has been created.</a:t>
              </a:r>
              <a:endParaRPr lang="zh-CN" altLang="en-US" sz="3200">
                <a:solidFill>
                  <a:srgbClr val="BFBFB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200">
                <a:solidFill>
                  <a:srgbClr val="BFBFBF"/>
                </a:solidFill>
                <a:latin typeface="Trebuchet MS" panose="020B0603020202020204" pitchFamily="34" charset="0"/>
                <a:sym typeface="Trebuchet MS" panose="020B0603020202020204" pitchFamily="34" charset="0"/>
              </a:endParaRPr>
            </a:p>
            <a:p>
              <a:pPr algn="ctr" eaLnBrk="1" hangingPunct="1">
                <a:buFont typeface="Arial" panose="020B0604020202020204" pitchFamily="34" charset="0"/>
                <a:buNone/>
                <a:defRPr/>
              </a:pPr>
              <a:r>
                <a:rPr lang="en-US" altLang="zh-CN" sz="4000" b="1">
                  <a:solidFill>
                    <a:srgbClr val="FFC000"/>
                  </a:solidFill>
                  <a:latin typeface="Trebuchet MS" panose="020B0603020202020204" pitchFamily="34" charset="0"/>
                  <a:sym typeface="Trebuchet MS" panose="020B0603020202020204" pitchFamily="34" charset="0"/>
                </a:rPr>
                <a:t>How to change the column configuration</a:t>
              </a:r>
              <a:endParaRPr lang="zh-CN" altLang="en-US" sz="4000" b="1">
                <a:solidFill>
                  <a:srgbClr val="FFC000"/>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3200">
                  <a:solidFill>
                    <a:srgbClr val="BFBFBF"/>
                  </a:solidFill>
                  <a:latin typeface="Trebuchet MS" panose="020B0603020202020204" pitchFamily="34" charset="0"/>
                  <a:sym typeface="Trebuchet MS" panose="020B0603020202020204" pitchFamily="34" charset="0"/>
                </a:rPr>
                <a:t>RIGHT-CLICK on the poster background and select LAYOUT to see the column options available for this template. The poster columns can also be customized on the Master. VIEW &gt; MASTER.</a:t>
              </a:r>
              <a:endParaRPr lang="zh-CN" altLang="en-US" sz="3200">
                <a:solidFill>
                  <a:srgbClr val="BFBFBF"/>
                </a:solidFill>
                <a:latin typeface="Trebuchet MS" panose="020B0603020202020204" pitchFamily="34" charset="0"/>
                <a:sym typeface="Trebuchet MS" panose="020B0603020202020204" pitchFamily="34" charset="0"/>
              </a:endParaRPr>
            </a:p>
            <a:p>
              <a:pPr algn="ctr" eaLnBrk="1" hangingPunct="1">
                <a:buFont typeface="Arial" panose="020B0604020202020204" pitchFamily="34" charset="0"/>
                <a:buNone/>
                <a:defRPr/>
              </a:pPr>
              <a:endParaRPr lang="zh-CN" altLang="en-US" sz="4000" b="1">
                <a:solidFill>
                  <a:srgbClr val="FFC000"/>
                </a:solidFill>
                <a:latin typeface="Trebuchet MS" panose="020B0603020202020204" pitchFamily="34" charset="0"/>
                <a:sym typeface="Trebuchet MS" panose="020B0603020202020204" pitchFamily="34" charset="0"/>
              </a:endParaRPr>
            </a:p>
            <a:p>
              <a:pPr algn="ctr" eaLnBrk="1" hangingPunct="1">
                <a:buFont typeface="Arial" panose="020B0604020202020204" pitchFamily="34" charset="0"/>
                <a:buNone/>
                <a:defRPr/>
              </a:pPr>
              <a:r>
                <a:rPr lang="en-US" altLang="zh-CN" sz="4000" b="1">
                  <a:solidFill>
                    <a:srgbClr val="FFC000"/>
                  </a:solidFill>
                  <a:latin typeface="Trebuchet MS" panose="020B0603020202020204" pitchFamily="34" charset="0"/>
                  <a:sym typeface="Trebuchet MS" panose="020B0603020202020204" pitchFamily="34" charset="0"/>
                </a:rPr>
                <a:t>How to remove the info bars</a:t>
              </a:r>
              <a:endParaRPr lang="zh-CN" altLang="en-US" sz="4000" b="1">
                <a:solidFill>
                  <a:srgbClr val="FFC000"/>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3200">
                  <a:solidFill>
                    <a:srgbClr val="BFBFBF"/>
                  </a:solidFill>
                  <a:latin typeface="Trebuchet MS" panose="020B0603020202020204" pitchFamily="34" charset="0"/>
                  <a:sym typeface="Trebuchet MS" panose="020B0603020202020204"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endParaRPr lang="zh-CN" altLang="en-US" sz="3200">
                <a:solidFill>
                  <a:srgbClr val="BFBFB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3200">
                <a:solidFill>
                  <a:srgbClr val="BFBFBF"/>
                </a:solidFill>
                <a:latin typeface="Trebuchet MS" panose="020B0603020202020204" pitchFamily="34" charset="0"/>
                <a:sym typeface="Trebuchet MS" panose="020B0603020202020204" pitchFamily="34" charset="0"/>
              </a:endParaRPr>
            </a:p>
            <a:p>
              <a:pPr algn="ctr" eaLnBrk="1" hangingPunct="1">
                <a:buFont typeface="Arial" panose="020B0604020202020204" pitchFamily="34" charset="0"/>
                <a:buNone/>
                <a:defRPr/>
              </a:pPr>
              <a:r>
                <a:rPr lang="en-US" altLang="zh-CN" sz="4000" b="1">
                  <a:solidFill>
                    <a:srgbClr val="FFC000"/>
                  </a:solidFill>
                  <a:latin typeface="Trebuchet MS" panose="020B0603020202020204" pitchFamily="34" charset="0"/>
                  <a:sym typeface="Trebuchet MS" panose="020B0603020202020204" pitchFamily="34" charset="0"/>
                </a:rPr>
                <a:t>Save your work</a:t>
              </a:r>
              <a:endParaRPr lang="zh-CN" altLang="en-US" sz="4000" b="1">
                <a:solidFill>
                  <a:srgbClr val="FFC000"/>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3200">
                  <a:solidFill>
                    <a:srgbClr val="BFBFBF"/>
                  </a:solidFill>
                  <a:latin typeface="Trebuchet MS" panose="020B0603020202020204" pitchFamily="34" charset="0"/>
                  <a:sym typeface="Trebuchet MS" panose="020B0603020202020204" pitchFamily="34" charset="0"/>
                </a:rPr>
                <a:t>Save your template as a PowerPoint document. For printing, save as PowerPoint or “Print-quality” PDF.</a:t>
              </a:r>
            </a:p>
            <a:p>
              <a:pPr eaLnBrk="1" hangingPunct="1">
                <a:buFont typeface="Arial" panose="020B0604020202020204" pitchFamily="34" charset="0"/>
                <a:buNone/>
                <a:defRPr/>
              </a:pPr>
              <a:endParaRPr lang="zh-CN" altLang="en-US" sz="3200">
                <a:solidFill>
                  <a:srgbClr val="BFBFBF"/>
                </a:solidFill>
                <a:latin typeface="Trebuchet MS" panose="020B0603020202020204" pitchFamily="34" charset="0"/>
                <a:sym typeface="Trebuchet MS" panose="020B0603020202020204" pitchFamily="34" charset="0"/>
              </a:endParaRPr>
            </a:p>
            <a:p>
              <a:pPr algn="ctr" eaLnBrk="1" hangingPunct="1">
                <a:buFont typeface="Arial" panose="020B0604020202020204" pitchFamily="34" charset="0"/>
                <a:buNone/>
                <a:defRPr/>
              </a:pPr>
              <a:r>
                <a:rPr lang="en-US" altLang="zh-CN" sz="4000" b="1">
                  <a:solidFill>
                    <a:srgbClr val="FFC000"/>
                  </a:solidFill>
                  <a:latin typeface="Trebuchet MS" panose="020B0603020202020204" pitchFamily="34" charset="0"/>
                  <a:sym typeface="Trebuchet MS" panose="020B0603020202020204" pitchFamily="34" charset="0"/>
                </a:rPr>
                <a:t>Print your poster</a:t>
              </a:r>
              <a:endParaRPr lang="zh-CN" altLang="en-US" sz="4000" b="1">
                <a:solidFill>
                  <a:srgbClr val="FFC000"/>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r>
                <a:rPr lang="en-US" altLang="zh-CN" sz="3200">
                  <a:solidFill>
                    <a:srgbClr val="BFBFBF"/>
                  </a:solidFill>
                  <a:latin typeface="Trebuchet MS" panose="020B0603020202020204" pitchFamily="34" charset="0"/>
                  <a:sym typeface="Trebuchet MS" panose="020B0603020202020204"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endParaRPr lang="zh-CN" altLang="en-US" sz="3200">
                <a:solidFill>
                  <a:srgbClr val="BFBFBF"/>
                </a:solidFill>
                <a:latin typeface="Trebuchet MS" panose="020B0603020202020204" pitchFamily="34" charset="0"/>
                <a:sym typeface="Trebuchet MS" panose="020B0603020202020204" pitchFamily="34" charset="0"/>
              </a:endParaRPr>
            </a:p>
            <a:p>
              <a:pPr eaLnBrk="1" hangingPunct="1">
                <a:buFont typeface="Arial" panose="020B0604020202020204" pitchFamily="34" charset="0"/>
                <a:buNone/>
                <a:defRPr/>
              </a:pPr>
              <a:endParaRPr lang="zh-CN" altLang="en-US" sz="2800">
                <a:solidFill>
                  <a:srgbClr val="BFBFBF"/>
                </a:solidFill>
                <a:latin typeface="Trebuchet MS" panose="020B0603020202020204" pitchFamily="34" charset="0"/>
                <a:sym typeface="Trebuchet MS" panose="020B0603020202020204" pitchFamily="34" charset="0"/>
              </a:endParaRPr>
            </a:p>
          </p:txBody>
        </p:sp>
        <p:pic>
          <p:nvPicPr>
            <p:cNvPr id="2058" name="Object 73">
              <a:extLst>
                <a:ext uri="{FF2B5EF4-FFF2-40B4-BE49-F238E27FC236}">
                  <a16:creationId xmlns:a16="http://schemas.microsoft.com/office/drawing/2014/main" id="{693236FC-00E8-4E03-A97A-47B39614D184}"/>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713398" y="4224875"/>
              <a:ext cx="5586150" cy="2063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9" name="Picture 74">
              <a:extLst>
                <a:ext uri="{FF2B5EF4-FFF2-40B4-BE49-F238E27FC236}">
                  <a16:creationId xmlns:a16="http://schemas.microsoft.com/office/drawing/2014/main" id="{FCD29F3D-AE49-4039-840F-001092716A15}"/>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9368" y="9922880"/>
              <a:ext cx="2969584" cy="1370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0" name="Object 75">
              <a:extLst>
                <a:ext uri="{FF2B5EF4-FFF2-40B4-BE49-F238E27FC236}">
                  <a16:creationId xmlns:a16="http://schemas.microsoft.com/office/drawing/2014/main" id="{3A9CA602-F4ED-4893-8D0D-53C80847A332}"/>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57226" y="15775210"/>
              <a:ext cx="1482266" cy="9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61" name="Group 76">
              <a:extLst>
                <a:ext uri="{FF2B5EF4-FFF2-40B4-BE49-F238E27FC236}">
                  <a16:creationId xmlns:a16="http://schemas.microsoft.com/office/drawing/2014/main" id="{8FA61B62-F513-41DB-8D5E-346D6552826C}"/>
                </a:ext>
              </a:extLst>
            </p:cNvPr>
            <p:cNvGrpSpPr>
              <a:grpSpLocks/>
            </p:cNvGrpSpPr>
            <p:nvPr/>
          </p:nvGrpSpPr>
          <p:grpSpPr bwMode="auto">
            <a:xfrm>
              <a:off x="329368" y="36282129"/>
              <a:ext cx="10354213" cy="1265612"/>
              <a:chOff x="0" y="0"/>
              <a:chExt cx="9771399" cy="1090622"/>
            </a:xfrm>
          </p:grpSpPr>
          <p:sp>
            <p:nvSpPr>
              <p:cNvPr id="2078" name="Rounded Rectangle 78">
                <a:extLst>
                  <a:ext uri="{FF2B5EF4-FFF2-40B4-BE49-F238E27FC236}">
                    <a16:creationId xmlns:a16="http://schemas.microsoft.com/office/drawing/2014/main" id="{6A41F396-7369-4BFA-BD8F-5FC07FD48E31}"/>
                  </a:ext>
                </a:extLst>
              </p:cNvPr>
              <p:cNvSpPr>
                <a:spLocks noChangeArrowheads="1"/>
              </p:cNvSpPr>
              <p:nvPr/>
            </p:nvSpPr>
            <p:spPr bwMode="auto">
              <a:xfrm>
                <a:off x="-612" y="-29"/>
                <a:ext cx="9771837" cy="1090185"/>
              </a:xfrm>
              <a:prstGeom prst="roundRect">
                <a:avLst>
                  <a:gd name="adj" fmla="val 16667"/>
                </a:avLst>
              </a:prstGeom>
              <a:solidFill>
                <a:schemeClr val="bg1"/>
              </a:solidFill>
              <a:ln>
                <a:noFill/>
              </a:ln>
            </p:spPr>
            <p:txBody>
              <a:bodyPr anchor="ct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zh-CN" sz="1800">
                  <a:solidFill>
                    <a:srgbClr val="FFFFFF"/>
                  </a:solidFill>
                  <a:latin typeface="Calibri" panose="020F0502020204030204" pitchFamily="34" charset="0"/>
                  <a:sym typeface="Calibri" panose="020F0502020204030204" pitchFamily="34" charset="0"/>
                </a:endParaRPr>
              </a:p>
            </p:txBody>
          </p:sp>
          <p:pic>
            <p:nvPicPr>
              <p:cNvPr id="2063" name="Picture 7" descr="http://t2.gstatic.com/images?q=tbn:ANd9GcR4APHC6TT9w54M2zn_pvCiBxUNcspYPoVxirLRphBoJabfSvu7zw">
                <a:hlinkClick r:id="rId22"/>
                <a:extLst>
                  <a:ext uri="{FF2B5EF4-FFF2-40B4-BE49-F238E27FC236}">
                    <a16:creationId xmlns:a16="http://schemas.microsoft.com/office/drawing/2014/main" id="{1CBC8631-B457-4ECF-9B16-5D706BC82FAF}"/>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25940" y="98334"/>
                <a:ext cx="914401" cy="91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0" name="TextBox 80">
                <a:extLst>
                  <a:ext uri="{FF2B5EF4-FFF2-40B4-BE49-F238E27FC236}">
                    <a16:creationId xmlns:a16="http://schemas.microsoft.com/office/drawing/2014/main" id="{7CAB0521-A802-4B5A-9E4A-5E8CB361656A}"/>
                  </a:ext>
                </a:extLst>
              </p:cNvPr>
              <p:cNvSpPr>
                <a:spLocks noChangeArrowheads="1"/>
              </p:cNvSpPr>
              <p:nvPr/>
            </p:nvSpPr>
            <p:spPr bwMode="auto">
              <a:xfrm>
                <a:off x="1099984" y="189675"/>
                <a:ext cx="8671241" cy="715703"/>
              </a:xfrm>
              <a:prstGeom prst="rect">
                <a:avLst/>
              </a:prstGeom>
              <a:noFill/>
              <a:ln>
                <a:noFill/>
              </a:ln>
            </p:spPr>
            <p:txBody>
              <a:bodyPr>
                <a:spAutoFit/>
              </a:bodyP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2400">
                    <a:solidFill>
                      <a:schemeClr val="tx2"/>
                    </a:solidFill>
                    <a:latin typeface="Trebuchet MS" panose="020B0603020202020204" pitchFamily="34" charset="0"/>
                    <a:sym typeface="Trebuchet MS" panose="020B0603020202020204" pitchFamily="34" charset="0"/>
                  </a:rPr>
                  <a:t>Student discounts are available on our Facebook page.</a:t>
                </a:r>
                <a:r>
                  <a:rPr lang="zh-CN" altLang="en-US" sz="2400">
                    <a:solidFill>
                      <a:schemeClr val="tx2"/>
                    </a:solidFill>
                    <a:latin typeface="Trebuchet MS" panose="020B0603020202020204" pitchFamily="34" charset="0"/>
                    <a:sym typeface="Trebuchet MS" panose="020B0603020202020204" pitchFamily="34" charset="0"/>
                  </a:rPr>
                  <a:t/>
                </a:r>
                <a:br>
                  <a:rPr lang="zh-CN" altLang="en-US" sz="2400">
                    <a:solidFill>
                      <a:schemeClr val="tx2"/>
                    </a:solidFill>
                    <a:latin typeface="Trebuchet MS" panose="020B0603020202020204" pitchFamily="34" charset="0"/>
                    <a:sym typeface="Trebuchet MS" panose="020B0603020202020204" pitchFamily="34" charset="0"/>
                  </a:rPr>
                </a:br>
                <a:r>
                  <a:rPr lang="en-US" altLang="zh-CN" sz="2400">
                    <a:solidFill>
                      <a:schemeClr val="tx2"/>
                    </a:solidFill>
                    <a:latin typeface="Trebuchet MS" panose="020B0603020202020204" pitchFamily="34" charset="0"/>
                    <a:sym typeface="Trebuchet MS" panose="020B0603020202020204" pitchFamily="34" charset="0"/>
                  </a:rPr>
                  <a:t>Go to </a:t>
                </a:r>
                <a:r>
                  <a:rPr lang="en-US" altLang="zh-CN" sz="2400" u="sng">
                    <a:solidFill>
                      <a:schemeClr val="tx2"/>
                    </a:solidFill>
                    <a:latin typeface="Trebuchet MS" panose="020B0603020202020204" pitchFamily="34" charset="0"/>
                    <a:sym typeface="Trebuchet MS" panose="020B0603020202020204" pitchFamily="34" charset="0"/>
                  </a:rPr>
                  <a:t>PosterPresentations.com</a:t>
                </a:r>
                <a:r>
                  <a:rPr lang="en-US" altLang="zh-CN" sz="2400">
                    <a:solidFill>
                      <a:schemeClr val="tx2"/>
                    </a:solidFill>
                    <a:latin typeface="Trebuchet MS" panose="020B0603020202020204" pitchFamily="34" charset="0"/>
                    <a:sym typeface="Trebuchet MS" panose="020B0603020202020204" pitchFamily="34" charset="0"/>
                  </a:rPr>
                  <a:t> and click on the FB icon. </a:t>
                </a:r>
              </a:p>
            </p:txBody>
          </p:sp>
        </p:grpSp>
      </p:grpSp>
      <p:sp>
        <p:nvSpPr>
          <p:cNvPr id="2081" name="TextBox 34">
            <a:extLst>
              <a:ext uri="{FF2B5EF4-FFF2-40B4-BE49-F238E27FC236}">
                <a16:creationId xmlns:a16="http://schemas.microsoft.com/office/drawing/2014/main" id="{BF4D84B5-04CC-46CE-A8D1-734EF5A9CBEC}"/>
              </a:ext>
            </a:extLst>
          </p:cNvPr>
          <p:cNvSpPr>
            <a:spLocks noChangeArrowheads="1"/>
          </p:cNvSpPr>
          <p:nvPr/>
        </p:nvSpPr>
        <p:spPr bwMode="auto">
          <a:xfrm>
            <a:off x="33543875" y="42241788"/>
            <a:ext cx="7629525" cy="1385887"/>
          </a:xfrm>
          <a:prstGeom prst="rect">
            <a:avLst/>
          </a:prstGeom>
          <a:noFill/>
          <a:ln>
            <a:noFill/>
          </a:ln>
        </p:spPr>
        <p:txBody>
          <a:bodyPr lIns="65304" tIns="32651" rIns="65304" bIns="32651">
            <a:spAutoFit/>
          </a:bodyPr>
          <a:lstStyle>
            <a:lvl1pPr marL="295275" indent="-295275">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eaLnBrk="1" hangingPunct="1">
              <a:lnSpc>
                <a:spcPts val="2600"/>
              </a:lnSpc>
              <a:buFont typeface="Arial" panose="020B0604020202020204" pitchFamily="34" charset="0"/>
              <a:buNone/>
              <a:defRPr/>
            </a:pPr>
            <a:r>
              <a:rPr lang="en-US" altLang="zh-CN" sz="2800">
                <a:solidFill>
                  <a:schemeClr val="bg1"/>
                </a:solidFill>
                <a:latin typeface="Calibri" panose="020F0502020204030204" pitchFamily="34" charset="0"/>
                <a:sym typeface="Calibri" panose="020F0502020204030204" pitchFamily="34" charset="0"/>
              </a:rPr>
              <a:t>©2015 PosterPresentations.com</a:t>
            </a:r>
            <a:r>
              <a:rPr lang="zh-CN" altLang="en-US" sz="2800">
                <a:solidFill>
                  <a:schemeClr val="bg1"/>
                </a:solidFill>
                <a:latin typeface="Calibri" panose="020F0502020204030204" pitchFamily="34" charset="0"/>
                <a:sym typeface="Calibri" panose="020F0502020204030204" pitchFamily="34" charset="0"/>
              </a:rPr>
              <a:t/>
            </a:r>
            <a:br>
              <a:rPr lang="zh-CN" altLang="en-US" sz="2800">
                <a:solidFill>
                  <a:schemeClr val="bg1"/>
                </a:solidFill>
                <a:latin typeface="Calibri" panose="020F0502020204030204" pitchFamily="34" charset="0"/>
                <a:sym typeface="Calibri" panose="020F0502020204030204" pitchFamily="34" charset="0"/>
              </a:rPr>
            </a:br>
            <a:r>
              <a:rPr lang="en-US" altLang="zh-CN" sz="2400">
                <a:solidFill>
                  <a:schemeClr val="bg1"/>
                </a:solidFill>
                <a:latin typeface="Calibri" panose="020F0502020204030204" pitchFamily="34" charset="0"/>
                <a:sym typeface="Calibri" panose="020F0502020204030204" pitchFamily="34" charset="0"/>
              </a:rPr>
              <a:t>2117 Fourth Street , Unit C</a:t>
            </a:r>
            <a:endParaRPr lang="zh-CN" altLang="en-US" sz="2400">
              <a:solidFill>
                <a:schemeClr val="bg1"/>
              </a:solidFill>
              <a:latin typeface="Calibri" panose="020F0502020204030204" pitchFamily="34" charset="0"/>
              <a:sym typeface="Calibri" panose="020F0502020204030204" pitchFamily="34" charset="0"/>
            </a:endParaRPr>
          </a:p>
          <a:p>
            <a:pPr eaLnBrk="1" hangingPunct="1">
              <a:lnSpc>
                <a:spcPts val="2600"/>
              </a:lnSpc>
              <a:buFont typeface="Arial" panose="020B0604020202020204" pitchFamily="34" charset="0"/>
              <a:buNone/>
              <a:defRPr/>
            </a:pPr>
            <a:r>
              <a:rPr lang="en-US" altLang="zh-CN" sz="2400">
                <a:solidFill>
                  <a:schemeClr val="bg1"/>
                </a:solidFill>
                <a:latin typeface="Calibri" panose="020F0502020204030204" pitchFamily="34" charset="0"/>
                <a:sym typeface="Calibri" panose="020F0502020204030204" pitchFamily="34" charset="0"/>
              </a:rPr>
              <a:t>Berkeley CA </a:t>
            </a:r>
            <a:r>
              <a:rPr lang="en-US" altLang="zh-CN" sz="2000">
                <a:solidFill>
                  <a:schemeClr val="bg1"/>
                </a:solidFill>
                <a:latin typeface="Calibri" panose="020F0502020204030204" pitchFamily="34" charset="0"/>
                <a:sym typeface="Calibri" panose="020F0502020204030204" pitchFamily="34" charset="0"/>
              </a:rPr>
              <a:t>94710</a:t>
            </a:r>
            <a:r>
              <a:rPr lang="zh-CN" altLang="en-US" sz="2400">
                <a:solidFill>
                  <a:schemeClr val="bg1"/>
                </a:solidFill>
                <a:latin typeface="Calibri" panose="020F0502020204030204" pitchFamily="34" charset="0"/>
                <a:sym typeface="Calibri" panose="020F0502020204030204" pitchFamily="34" charset="0"/>
              </a:rPr>
              <a:t/>
            </a:r>
            <a:br>
              <a:rPr lang="zh-CN" altLang="en-US" sz="2400">
                <a:solidFill>
                  <a:schemeClr val="bg1"/>
                </a:solidFill>
                <a:latin typeface="Calibri" panose="020F0502020204030204" pitchFamily="34" charset="0"/>
                <a:sym typeface="Calibri" panose="020F0502020204030204" pitchFamily="34" charset="0"/>
              </a:rPr>
            </a:br>
            <a:r>
              <a:rPr lang="en-US" altLang="zh-CN" sz="2400" b="1">
                <a:solidFill>
                  <a:srgbClr val="FFFF00"/>
                </a:solidFill>
                <a:latin typeface="Calibri" panose="020F0502020204030204" pitchFamily="34" charset="0"/>
                <a:sym typeface="Calibri" panose="020F0502020204030204" pitchFamily="34" charset="0"/>
              </a:rPr>
              <a:t>posterpresenter@gmail.com</a:t>
            </a:r>
            <a:endParaRPr lang="en-US" altLang="zh-CN" sz="2800" b="1">
              <a:solidFill>
                <a:srgbClr val="FFFF00"/>
              </a:solidFill>
              <a:latin typeface="Calibri" panose="020F0502020204030204" pitchFamily="34" charset="0"/>
              <a:sym typeface="Calibri" panose="020F0502020204030204" pitchFamily="34" charset="0"/>
            </a:endParaRPr>
          </a:p>
        </p:txBody>
      </p:sp>
      <p:sp>
        <p:nvSpPr>
          <p:cNvPr id="2082" name="Text Box 14">
            <a:extLst>
              <a:ext uri="{FF2B5EF4-FFF2-40B4-BE49-F238E27FC236}">
                <a16:creationId xmlns:a16="http://schemas.microsoft.com/office/drawing/2014/main" id="{1F045082-39F0-4194-A89D-0E661FD9788B}"/>
              </a:ext>
            </a:extLst>
          </p:cNvPr>
          <p:cNvSpPr>
            <a:spLocks noChangeArrowheads="1"/>
          </p:cNvSpPr>
          <p:nvPr/>
        </p:nvSpPr>
        <p:spPr bwMode="auto">
          <a:xfrm>
            <a:off x="1625600" y="42997438"/>
            <a:ext cx="3143250" cy="354012"/>
          </a:xfrm>
          <a:prstGeom prst="rect">
            <a:avLst/>
          </a:prstGeom>
          <a:noFill/>
          <a:ln>
            <a:noFill/>
          </a:ln>
        </p:spPr>
        <p:txBody>
          <a:bodyPr lIns="93732" tIns="46857" rIns="93732" bIns="46857">
            <a:spAutoFit/>
          </a:bodyP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a:lnSpc>
                <a:spcPct val="65000"/>
              </a:lnSpc>
              <a:spcBef>
                <a:spcPct val="50000"/>
              </a:spcBef>
              <a:buFont typeface="Arial" panose="020B0604020202020204" pitchFamily="34" charset="0"/>
              <a:buNone/>
              <a:defRPr/>
            </a:pPr>
            <a:r>
              <a:rPr lang="en-US" altLang="zh-CN" sz="700" b="1">
                <a:solidFill>
                  <a:srgbClr val="BFBFBF"/>
                </a:solidFill>
                <a:sym typeface="Arial" panose="020B0604020202020204" pitchFamily="34" charset="0"/>
              </a:rPr>
              <a:t>RESEARCH POSTER PRESENTATION DESIGN © 2015</a:t>
            </a:r>
          </a:p>
          <a:p>
            <a:pPr>
              <a:lnSpc>
                <a:spcPct val="65000"/>
              </a:lnSpc>
              <a:spcBef>
                <a:spcPct val="50000"/>
              </a:spcBef>
              <a:buFont typeface="Arial" panose="020B0604020202020204" pitchFamily="34" charset="0"/>
              <a:buNone/>
              <a:defRPr/>
            </a:pPr>
            <a:r>
              <a:rPr lang="en-US" altLang="zh-CN" sz="1100" b="1">
                <a:solidFill>
                  <a:srgbClr val="BFBFBF"/>
                </a:solidFill>
                <a:sym typeface="Arial" panose="020B0604020202020204" pitchFamily="34" charset="0"/>
              </a:rPr>
              <a:t>www.PosterPresentations.com</a:t>
            </a:r>
            <a:endParaRPr lang="zh-CN" altLang="en-US">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txStyles>
    <p:titleStyle>
      <a:lvl1pPr marL="4508500" indent="-4508500" algn="ctr" rtl="0" eaLnBrk="0" fontAlgn="base" hangingPunct="0">
        <a:spcBef>
          <a:spcPct val="0"/>
        </a:spcBef>
        <a:spcAft>
          <a:spcPct val="0"/>
        </a:spcAft>
        <a:defRPr sz="9000" kern="1200">
          <a:solidFill>
            <a:schemeClr val="bg1"/>
          </a:solidFill>
          <a:latin typeface="+mj-lt"/>
          <a:ea typeface="+mj-ea"/>
          <a:cs typeface="+mj-cs"/>
          <a:sym typeface="Calibri" panose="020F0502020204030204" pitchFamily="34" charset="0"/>
        </a:defRPr>
      </a:lvl1pPr>
      <a:lvl2pPr marL="4508500" indent="-4508500" algn="ctr" rtl="0" eaLnBrk="0" fontAlgn="base" hangingPunct="0">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2pPr>
      <a:lvl3pPr marL="4508500" indent="-4508500" algn="ctr" rtl="0" eaLnBrk="0" fontAlgn="base" hangingPunct="0">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3pPr>
      <a:lvl4pPr marL="4508500" indent="-4508500" algn="ctr" rtl="0" eaLnBrk="0" fontAlgn="base" hangingPunct="0">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4pPr>
      <a:lvl5pPr marL="4508500" indent="-4508500" algn="ctr" rtl="0" eaLnBrk="0" fontAlgn="base" hangingPunct="0">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5pPr>
      <a:lvl6pPr marL="4965700" indent="-4508500" algn="ctr" rtl="0" fontAlgn="base">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6pPr>
      <a:lvl7pPr marL="5422900" indent="-4508500" algn="ctr" rtl="0" fontAlgn="base">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7pPr>
      <a:lvl8pPr marL="5880100" indent="-4508500" algn="ctr" rtl="0" fontAlgn="base">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8pPr>
      <a:lvl9pPr marL="6337300" indent="-4508500" algn="ctr" rtl="0" fontAlgn="base">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9pPr>
    </p:titleStyle>
    <p:bodyStyle>
      <a:lvl1pPr marL="1690688" indent="-1690688" algn="l" defTabSz="4508500" rtl="0" eaLnBrk="0" fontAlgn="base" hangingPunct="0">
        <a:spcBef>
          <a:spcPct val="20000"/>
        </a:spcBef>
        <a:spcAft>
          <a:spcPct val="0"/>
        </a:spcAft>
        <a:buFont typeface="Arial" panose="020B0604020202020204" pitchFamily="34" charset="0"/>
        <a:buChar char="•"/>
        <a:defRPr sz="15800" kern="1200">
          <a:solidFill>
            <a:schemeClr val="tx1"/>
          </a:solidFill>
          <a:latin typeface="+mn-lt"/>
          <a:ea typeface="+mn-ea"/>
          <a:cs typeface="+mn-cs"/>
          <a:sym typeface="Calibri" panose="020F0502020204030204" pitchFamily="34" charset="0"/>
        </a:defRPr>
      </a:lvl1pPr>
      <a:lvl2pPr marL="3662363" lvl="1" indent="-1408113" algn="l" defTabSz="4508500" rtl="0" eaLnBrk="0" fontAlgn="base" hangingPunct="0">
        <a:spcBef>
          <a:spcPct val="20000"/>
        </a:spcBef>
        <a:spcAft>
          <a:spcPct val="0"/>
        </a:spcAft>
        <a:buFont typeface="Arial" panose="020B0604020202020204" pitchFamily="34" charset="0"/>
        <a:buChar char="–"/>
        <a:defRPr sz="13900" kern="1200">
          <a:solidFill>
            <a:schemeClr val="tx1"/>
          </a:solidFill>
          <a:latin typeface="Calibri" panose="020F0502020204030204" charset="0"/>
          <a:ea typeface="宋体" panose="02010600030101010101" pitchFamily="2" charset="-122"/>
          <a:cs typeface="+mn-cs"/>
          <a:sym typeface="Calibri" panose="020F0502020204030204" pitchFamily="34" charset="0"/>
        </a:defRPr>
      </a:lvl2pPr>
      <a:lvl3pPr marL="5634038" lvl="2" indent="-1125538" algn="l" defTabSz="4508500" rtl="0" eaLnBrk="0" fontAlgn="base" hangingPunct="0">
        <a:spcBef>
          <a:spcPct val="20000"/>
        </a:spcBef>
        <a:spcAft>
          <a:spcPct val="0"/>
        </a:spcAft>
        <a:buFont typeface="Arial" panose="020B0604020202020204" pitchFamily="34" charset="0"/>
        <a:buChar char="•"/>
        <a:defRPr sz="11900" kern="1200">
          <a:solidFill>
            <a:schemeClr val="tx1"/>
          </a:solidFill>
          <a:latin typeface="Calibri" panose="020F0502020204030204" charset="0"/>
          <a:ea typeface="宋体" panose="02010600030101010101" pitchFamily="2" charset="-122"/>
          <a:cs typeface="+mn-cs"/>
          <a:sym typeface="Calibri" panose="020F0502020204030204" pitchFamily="34" charset="0"/>
        </a:defRPr>
      </a:lvl3pPr>
      <a:lvl4pPr marL="7888288" lvl="3" indent="-1125538" algn="l" defTabSz="4508500" rtl="0" eaLnBrk="0" fontAlgn="base" hangingPunct="0">
        <a:spcBef>
          <a:spcPct val="20000"/>
        </a:spcBef>
        <a:spcAft>
          <a:spcPct val="0"/>
        </a:spcAft>
        <a:buFont typeface="Arial" panose="020B0604020202020204" pitchFamily="34" charset="0"/>
        <a:buChar char="–"/>
        <a:defRPr sz="9900" kern="1200">
          <a:solidFill>
            <a:schemeClr val="tx1"/>
          </a:solidFill>
          <a:latin typeface="Calibri" panose="020F0502020204030204" charset="0"/>
          <a:ea typeface="宋体" panose="02010600030101010101" pitchFamily="2" charset="-122"/>
          <a:cs typeface="+mn-cs"/>
          <a:sym typeface="Calibri" panose="020F0502020204030204" pitchFamily="34" charset="0"/>
        </a:defRPr>
      </a:lvl4pPr>
      <a:lvl5pPr marL="10142538" lvl="4" indent="-1127125" algn="l" defTabSz="4508500" rtl="0" eaLnBrk="0" fontAlgn="base" hangingPunct="0">
        <a:spcBef>
          <a:spcPct val="20000"/>
        </a:spcBef>
        <a:spcAft>
          <a:spcPct val="0"/>
        </a:spcAft>
        <a:buFont typeface="Arial" panose="020B0604020202020204" pitchFamily="34" charset="0"/>
        <a:buChar char="»"/>
        <a:defRPr sz="9900" kern="1200">
          <a:solidFill>
            <a:schemeClr val="tx1"/>
          </a:solidFill>
          <a:latin typeface="Calibri" panose="020F0502020204030204" charset="0"/>
          <a:ea typeface="宋体" panose="02010600030101010101" pitchFamily="2" charset="-122"/>
          <a:cs typeface="+mn-cs"/>
          <a:sym typeface="Calibri" panose="020F0502020204030204" pitchFamily="34" charset="0"/>
        </a:defRPr>
      </a:lvl5pPr>
      <a:lvl6pPr marL="2514600" lvl="5" indent="-228600" algn="l" defTabSz="4508500" eaLnBrk="1" fontAlgn="base" latinLnBrk="0" hangingPunct="1">
        <a:lnSpc>
          <a:spcPct val="100000"/>
        </a:lnSpc>
        <a:spcBef>
          <a:spcPct val="20000"/>
        </a:spcBef>
        <a:buFont typeface="Arial" panose="020B0604020202020204" pitchFamily="34" charset="0"/>
        <a:buChar char="»"/>
        <a:defRPr sz="9900" kern="1200">
          <a:solidFill>
            <a:schemeClr val="tx1"/>
          </a:solidFill>
          <a:latin typeface="Calibri" panose="020F0502020204030204" charset="0"/>
          <a:ea typeface="宋体" panose="02010600030101010101" pitchFamily="2" charset="-122"/>
          <a:cs typeface="+mn-cs"/>
          <a:sym typeface="Calibri" panose="020F0502020204030204" charset="0"/>
        </a:defRPr>
      </a:lvl6pPr>
      <a:lvl7pPr marL="2971800" lvl="6" indent="-228600" algn="l" defTabSz="4508500" eaLnBrk="1" fontAlgn="base" latinLnBrk="0" hangingPunct="1">
        <a:lnSpc>
          <a:spcPct val="100000"/>
        </a:lnSpc>
        <a:spcBef>
          <a:spcPct val="20000"/>
        </a:spcBef>
        <a:buFont typeface="Arial" panose="020B0604020202020204" pitchFamily="34" charset="0"/>
        <a:buChar char="»"/>
        <a:defRPr sz="9900" kern="1200">
          <a:solidFill>
            <a:schemeClr val="tx1"/>
          </a:solidFill>
          <a:latin typeface="Calibri" panose="020F0502020204030204" charset="0"/>
          <a:ea typeface="宋体" panose="02010600030101010101" pitchFamily="2" charset="-122"/>
          <a:cs typeface="+mn-cs"/>
          <a:sym typeface="Calibri" panose="020F0502020204030204" charset="0"/>
        </a:defRPr>
      </a:lvl7pPr>
      <a:lvl8pPr marL="3429000" lvl="7" indent="-228600" algn="l" defTabSz="4508500" eaLnBrk="1" fontAlgn="base" latinLnBrk="0" hangingPunct="1">
        <a:lnSpc>
          <a:spcPct val="100000"/>
        </a:lnSpc>
        <a:spcBef>
          <a:spcPct val="20000"/>
        </a:spcBef>
        <a:buFont typeface="Arial" panose="020B0604020202020204" pitchFamily="34" charset="0"/>
        <a:buChar char="»"/>
        <a:defRPr sz="9900" kern="1200">
          <a:solidFill>
            <a:schemeClr val="tx1"/>
          </a:solidFill>
          <a:latin typeface="Calibri" panose="020F0502020204030204" charset="0"/>
          <a:ea typeface="宋体" panose="02010600030101010101" pitchFamily="2" charset="-122"/>
          <a:cs typeface="+mn-cs"/>
          <a:sym typeface="Calibri" panose="020F0502020204030204" charset="0"/>
        </a:defRPr>
      </a:lvl8pPr>
      <a:lvl9pPr marL="3886200" lvl="8" indent="-228600" algn="l" defTabSz="4508500" eaLnBrk="1" fontAlgn="base" latinLnBrk="0" hangingPunct="1">
        <a:lnSpc>
          <a:spcPct val="100000"/>
        </a:lnSpc>
        <a:spcBef>
          <a:spcPct val="20000"/>
        </a:spcBef>
        <a:buFont typeface="Arial" panose="020B0604020202020204" pitchFamily="34" charset="0"/>
        <a:buChar char="»"/>
        <a:defRPr sz="9900" kern="1200">
          <a:solidFill>
            <a:schemeClr val="tx1"/>
          </a:solidFill>
          <a:latin typeface="Calibri" panose="020F0502020204030204" charset="0"/>
          <a:ea typeface="宋体" panose="02010600030101010101" pitchFamily="2" charset="-122"/>
          <a:cs typeface="+mn-cs"/>
          <a:sym typeface="Calibri" panose="020F0502020204030204" charset="0"/>
        </a:defRPr>
      </a:lvl9pPr>
    </p:bodyStyle>
    <p:otherStyle>
      <a:lvl1pPr marL="0" lvl="0"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latin typeface="+mn-lt"/>
          <a:ea typeface="+mn-ea"/>
          <a:cs typeface="+mn-cs"/>
        </a:defRPr>
      </a:lvl1pPr>
      <a:lvl2pPr marL="2254250" lvl="1"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2pPr>
      <a:lvl3pPr marL="4508500" lvl="2"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3pPr>
      <a:lvl4pPr marL="6761480" lvl="3"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4pPr>
      <a:lvl5pPr marL="9015730" lvl="4"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5pPr>
      <a:lvl6pPr marL="2286000" lvl="5"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6pPr>
      <a:lvl7pPr marL="2743200" lvl="6"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7pPr>
      <a:lvl8pPr marL="3200400" lvl="7"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8pPr>
      <a:lvl9pPr marL="3657600" lvl="8"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gradFill rotWithShape="0">
          <a:gsLst>
            <a:gs pos="0">
              <a:srgbClr val="2C3F71"/>
            </a:gs>
            <a:gs pos="50000">
              <a:srgbClr val="AAB8DD"/>
            </a:gs>
            <a:gs pos="100000">
              <a:srgbClr val="E1E7F4"/>
            </a:gs>
          </a:gsLst>
          <a:lin ang="5400000" scaled="1"/>
        </a:gradFill>
        <a:effectLst/>
      </p:bgPr>
    </p:bg>
    <p:spTree>
      <p:nvGrpSpPr>
        <p:cNvPr id="1" name=""/>
        <p:cNvGrpSpPr/>
        <p:nvPr/>
      </p:nvGrpSpPr>
      <p:grpSpPr>
        <a:xfrm>
          <a:off x="0" y="0"/>
          <a:ext cx="0" cy="0"/>
          <a:chOff x="0" y="0"/>
          <a:chExt cx="0" cy="0"/>
        </a:xfrm>
      </p:grpSpPr>
      <p:sp>
        <p:nvSpPr>
          <p:cNvPr id="3074" name="Rectangle 36">
            <a:extLst>
              <a:ext uri="{FF2B5EF4-FFF2-40B4-BE49-F238E27FC236}">
                <a16:creationId xmlns:a16="http://schemas.microsoft.com/office/drawing/2014/main" id="{84DC127C-7399-443A-9E7C-1DA6F557179F}"/>
              </a:ext>
            </a:extLst>
          </p:cNvPr>
          <p:cNvSpPr>
            <a:spLocks noChangeArrowheads="1"/>
          </p:cNvSpPr>
          <p:nvPr/>
        </p:nvSpPr>
        <p:spPr bwMode="auto">
          <a:xfrm>
            <a:off x="0" y="0"/>
            <a:ext cx="32735838" cy="6400800"/>
          </a:xfrm>
          <a:prstGeom prst="rect">
            <a:avLst/>
          </a:prstGeom>
          <a:solidFill>
            <a:srgbClr val="425EA9"/>
          </a:solidFill>
          <a:ln w="9525">
            <a:solidFill>
              <a:schemeClr val="tx1"/>
            </a:solidFill>
            <a:miter lim="800000"/>
            <a:headEnd/>
            <a:tailEnd/>
          </a:ln>
        </p:spPr>
        <p:txBody>
          <a:bodyPr wrap="none" lIns="93910" tIns="46954" rIns="93910" bIns="46954" anchor="ct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zh-CN" sz="1800">
              <a:solidFill>
                <a:srgbClr val="000000"/>
              </a:solidFill>
              <a:latin typeface="Calibri" panose="020F0502020204030204" pitchFamily="34" charset="0"/>
              <a:sym typeface="Calibri" panose="020F0502020204030204" pitchFamily="34" charset="0"/>
            </a:endParaRPr>
          </a:p>
        </p:txBody>
      </p:sp>
      <p:sp>
        <p:nvSpPr>
          <p:cNvPr id="3075" name="Rectangle 9">
            <a:extLst>
              <a:ext uri="{FF2B5EF4-FFF2-40B4-BE49-F238E27FC236}">
                <a16:creationId xmlns:a16="http://schemas.microsoft.com/office/drawing/2014/main" id="{8035624E-E6AC-4095-8083-7A4CF386B23E}"/>
              </a:ext>
            </a:extLst>
          </p:cNvPr>
          <p:cNvSpPr>
            <a:spLocks noChangeArrowheads="1"/>
          </p:cNvSpPr>
          <p:nvPr/>
        </p:nvSpPr>
        <p:spPr bwMode="auto">
          <a:xfrm>
            <a:off x="0" y="6407150"/>
            <a:ext cx="32735838" cy="203200"/>
          </a:xfrm>
          <a:prstGeom prst="rect">
            <a:avLst/>
          </a:prstGeom>
          <a:solidFill>
            <a:srgbClr val="2C3F71"/>
          </a:solidFill>
          <a:ln>
            <a:noFill/>
          </a:ln>
        </p:spPr>
        <p:txBody>
          <a:bodyPr wrap="none" lIns="93910" tIns="46954" rIns="93910" bIns="46954" anchor="ct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zh-CN" sz="1800">
              <a:solidFill>
                <a:srgbClr val="000000"/>
              </a:solidFill>
              <a:latin typeface="Calibri" panose="020F0502020204030204" pitchFamily="34" charset="0"/>
              <a:sym typeface="Calibri" panose="020F0502020204030204" pitchFamily="34" charset="0"/>
            </a:endParaRPr>
          </a:p>
        </p:txBody>
      </p:sp>
      <p:sp>
        <p:nvSpPr>
          <p:cNvPr id="3076" name="矩形 1027">
            <a:extLst>
              <a:ext uri="{FF2B5EF4-FFF2-40B4-BE49-F238E27FC236}">
                <a16:creationId xmlns:a16="http://schemas.microsoft.com/office/drawing/2014/main" id="{4C712C94-BCD3-4255-8ABF-7D4A259D71A7}"/>
              </a:ext>
            </a:extLst>
          </p:cNvPr>
          <p:cNvSpPr>
            <a:spLocks noChangeArrowheads="1"/>
          </p:cNvSpPr>
          <p:nvPr/>
        </p:nvSpPr>
        <p:spPr bwMode="auto">
          <a:xfrm>
            <a:off x="688975" y="7002463"/>
            <a:ext cx="15451138" cy="35661600"/>
          </a:xfrm>
          <a:prstGeom prst="rect">
            <a:avLst/>
          </a:prstGeom>
          <a:solidFill>
            <a:schemeClr val="bg1"/>
          </a:solidFill>
          <a:ln w="9525">
            <a:solidFill>
              <a:schemeClr val="tx2"/>
            </a:solidFill>
            <a:miter lim="800000"/>
            <a:headEnd/>
            <a:tailEnd/>
          </a:ln>
        </p:spPr>
        <p:txBody>
          <a:bodyPr wrap="none" lIns="93910" tIns="46954" rIns="93910" bIns="46954" anchor="ct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zh-CN" sz="1800">
              <a:solidFill>
                <a:srgbClr val="000000"/>
              </a:solidFill>
              <a:latin typeface="Calibri" panose="020F0502020204030204" pitchFamily="34" charset="0"/>
              <a:sym typeface="Calibri" panose="020F0502020204030204" pitchFamily="34" charset="0"/>
            </a:endParaRPr>
          </a:p>
        </p:txBody>
      </p:sp>
      <p:sp>
        <p:nvSpPr>
          <p:cNvPr id="3077" name="矩形 1028">
            <a:extLst>
              <a:ext uri="{FF2B5EF4-FFF2-40B4-BE49-F238E27FC236}">
                <a16:creationId xmlns:a16="http://schemas.microsoft.com/office/drawing/2014/main" id="{238AFD91-E9D7-4D33-84AE-D67977F7A219}"/>
              </a:ext>
            </a:extLst>
          </p:cNvPr>
          <p:cNvSpPr>
            <a:spLocks noChangeArrowheads="1"/>
          </p:cNvSpPr>
          <p:nvPr/>
        </p:nvSpPr>
        <p:spPr bwMode="auto">
          <a:xfrm>
            <a:off x="16598900" y="7002463"/>
            <a:ext cx="15452725" cy="35661600"/>
          </a:xfrm>
          <a:prstGeom prst="rect">
            <a:avLst/>
          </a:prstGeom>
          <a:solidFill>
            <a:schemeClr val="bg1"/>
          </a:solidFill>
          <a:ln w="9525">
            <a:solidFill>
              <a:schemeClr val="tx2"/>
            </a:solidFill>
            <a:miter lim="800000"/>
            <a:headEnd/>
            <a:tailEnd/>
          </a:ln>
        </p:spPr>
        <p:txBody>
          <a:bodyPr wrap="none" lIns="93910" tIns="46954" rIns="93910" bIns="46954" anchor="ct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zh-CN" sz="1800">
              <a:solidFill>
                <a:srgbClr val="000000"/>
              </a:solidFill>
              <a:latin typeface="Calibri" panose="020F0502020204030204" pitchFamily="34" charset="0"/>
              <a:sym typeface="Calibri" panose="020F0502020204030204" pitchFamily="34" charset="0"/>
            </a:endParaRPr>
          </a:p>
        </p:txBody>
      </p:sp>
      <p:sp>
        <p:nvSpPr>
          <p:cNvPr id="3078" name="Text Box 14">
            <a:extLst>
              <a:ext uri="{FF2B5EF4-FFF2-40B4-BE49-F238E27FC236}">
                <a16:creationId xmlns:a16="http://schemas.microsoft.com/office/drawing/2014/main" id="{30DABCBB-EE2D-4101-A272-7B1E6174ED09}"/>
              </a:ext>
            </a:extLst>
          </p:cNvPr>
          <p:cNvSpPr>
            <a:spLocks noChangeArrowheads="1"/>
          </p:cNvSpPr>
          <p:nvPr/>
        </p:nvSpPr>
        <p:spPr bwMode="auto">
          <a:xfrm>
            <a:off x="1625600" y="42997438"/>
            <a:ext cx="3143250" cy="354012"/>
          </a:xfrm>
          <a:prstGeom prst="rect">
            <a:avLst/>
          </a:prstGeom>
          <a:noFill/>
          <a:ln>
            <a:noFill/>
          </a:ln>
        </p:spPr>
        <p:txBody>
          <a:bodyPr lIns="93732" tIns="46857" rIns="93732" bIns="46857">
            <a:spAutoFit/>
          </a:bodyPr>
          <a:lstStyle>
            <a:lvl1pPr>
              <a:defRPr sz="8900">
                <a:solidFill>
                  <a:schemeClr val="tx1"/>
                </a:solidFill>
                <a:latin typeface="Arial" panose="020B0604020202020204" pitchFamily="34" charset="0"/>
                <a:ea typeface="宋体" panose="02010600030101010101" pitchFamily="2" charset="-122"/>
              </a:defRPr>
            </a:lvl1pPr>
            <a:lvl2pPr>
              <a:defRPr sz="8900">
                <a:solidFill>
                  <a:schemeClr val="tx1"/>
                </a:solidFill>
                <a:latin typeface="Arial" panose="020B0604020202020204" pitchFamily="34" charset="0"/>
                <a:ea typeface="宋体" panose="02010600030101010101" pitchFamily="2" charset="-122"/>
              </a:defRPr>
            </a:lvl2pPr>
            <a:lvl3pPr>
              <a:defRPr sz="8900">
                <a:solidFill>
                  <a:schemeClr val="tx1"/>
                </a:solidFill>
                <a:latin typeface="Arial" panose="020B0604020202020204" pitchFamily="34" charset="0"/>
                <a:ea typeface="宋体" panose="02010600030101010101" pitchFamily="2" charset="-122"/>
              </a:defRPr>
            </a:lvl3pPr>
            <a:lvl4pPr>
              <a:defRPr sz="8900">
                <a:solidFill>
                  <a:schemeClr val="tx1"/>
                </a:solidFill>
                <a:latin typeface="Arial" panose="020B0604020202020204" pitchFamily="34" charset="0"/>
                <a:ea typeface="宋体" panose="02010600030101010101" pitchFamily="2" charset="-122"/>
              </a:defRPr>
            </a:lvl4pPr>
            <a:lvl5pPr>
              <a:defRPr sz="8900">
                <a:solidFill>
                  <a:schemeClr val="tx1"/>
                </a:solidFill>
                <a:latin typeface="Arial" panose="020B0604020202020204" pitchFamily="34" charset="0"/>
                <a:ea typeface="宋体" panose="02010600030101010101" pitchFamily="2" charset="-122"/>
              </a:defRPr>
            </a:lvl5pPr>
            <a:lvl6pPr marL="94726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6pPr>
            <a:lvl7pPr marL="99298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7pPr>
            <a:lvl8pPr marL="103870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8pPr>
            <a:lvl9pPr marL="10844213" defTabSz="4508500" fontAlgn="base">
              <a:spcBef>
                <a:spcPct val="0"/>
              </a:spcBef>
              <a:spcAft>
                <a:spcPct val="0"/>
              </a:spcAft>
              <a:buFont typeface="Arial" panose="020B0604020202020204" pitchFamily="34" charset="0"/>
              <a:defRPr sz="8900">
                <a:solidFill>
                  <a:schemeClr val="tx1"/>
                </a:solidFill>
                <a:latin typeface="Arial" panose="020B0604020202020204" pitchFamily="34" charset="0"/>
                <a:ea typeface="宋体" panose="02010600030101010101" pitchFamily="2" charset="-122"/>
              </a:defRPr>
            </a:lvl9pPr>
          </a:lstStyle>
          <a:p>
            <a:pPr>
              <a:lnSpc>
                <a:spcPct val="65000"/>
              </a:lnSpc>
              <a:spcBef>
                <a:spcPct val="50000"/>
              </a:spcBef>
              <a:buFont typeface="Arial" panose="020B0604020202020204" pitchFamily="34" charset="0"/>
              <a:buNone/>
              <a:defRPr/>
            </a:pPr>
            <a:r>
              <a:rPr lang="en-US" altLang="zh-CN" sz="700" b="1">
                <a:solidFill>
                  <a:srgbClr val="BFBFBF"/>
                </a:solidFill>
                <a:sym typeface="Arial" panose="020B0604020202020204" pitchFamily="34" charset="0"/>
              </a:rPr>
              <a:t>RESEARCH POSTER PRESENTATION DESIGN © 2015</a:t>
            </a:r>
          </a:p>
          <a:p>
            <a:pPr>
              <a:lnSpc>
                <a:spcPct val="65000"/>
              </a:lnSpc>
              <a:spcBef>
                <a:spcPct val="50000"/>
              </a:spcBef>
              <a:buFont typeface="Arial" panose="020B0604020202020204" pitchFamily="34" charset="0"/>
              <a:buNone/>
              <a:defRPr/>
            </a:pPr>
            <a:r>
              <a:rPr lang="en-US" altLang="zh-CN" sz="1100" b="1">
                <a:solidFill>
                  <a:srgbClr val="BFBFBF"/>
                </a:solidFill>
                <a:sym typeface="Arial" panose="020B0604020202020204" pitchFamily="34" charset="0"/>
              </a:rPr>
              <a:t>www.PosterPresentations.com</a:t>
            </a:r>
            <a:endParaRPr lang="zh-CN" altLang="en-US"/>
          </a:p>
        </p:txBody>
      </p:sp>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marL="4508500" indent="-4508500" algn="ctr" rtl="0" eaLnBrk="0" fontAlgn="base" hangingPunct="0">
        <a:spcBef>
          <a:spcPct val="0"/>
        </a:spcBef>
        <a:spcAft>
          <a:spcPct val="0"/>
        </a:spcAft>
        <a:defRPr sz="9000" kern="1200">
          <a:solidFill>
            <a:schemeClr val="bg1"/>
          </a:solidFill>
          <a:latin typeface="+mj-lt"/>
          <a:ea typeface="+mj-ea"/>
          <a:cs typeface="+mj-cs"/>
          <a:sym typeface="Calibri" panose="020F0502020204030204" pitchFamily="34" charset="0"/>
        </a:defRPr>
      </a:lvl1pPr>
      <a:lvl2pPr marL="4508500" indent="-4508500" algn="ctr" rtl="0" eaLnBrk="0" fontAlgn="base" hangingPunct="0">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2pPr>
      <a:lvl3pPr marL="4508500" indent="-4508500" algn="ctr" rtl="0" eaLnBrk="0" fontAlgn="base" hangingPunct="0">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3pPr>
      <a:lvl4pPr marL="4508500" indent="-4508500" algn="ctr" rtl="0" eaLnBrk="0" fontAlgn="base" hangingPunct="0">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4pPr>
      <a:lvl5pPr marL="4508500" indent="-4508500" algn="ctr" rtl="0" eaLnBrk="0" fontAlgn="base" hangingPunct="0">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5pPr>
      <a:lvl6pPr marL="4965700" indent="-4508500" algn="ctr" rtl="0" fontAlgn="base">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6pPr>
      <a:lvl7pPr marL="5422900" indent="-4508500" algn="ctr" rtl="0" fontAlgn="base">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7pPr>
      <a:lvl8pPr marL="5880100" indent="-4508500" algn="ctr" rtl="0" fontAlgn="base">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8pPr>
      <a:lvl9pPr marL="6337300" indent="-4508500" algn="ctr" rtl="0" fontAlgn="base">
        <a:spcBef>
          <a:spcPct val="0"/>
        </a:spcBef>
        <a:spcAft>
          <a:spcPct val="0"/>
        </a:spcAft>
        <a:defRPr sz="9000">
          <a:solidFill>
            <a:schemeClr val="bg1"/>
          </a:solidFill>
          <a:latin typeface="Trebuchet MS" panose="020B0603020202020204" pitchFamily="34" charset="0"/>
          <a:ea typeface="宋体" panose="02010600030101010101" pitchFamily="2" charset="-122"/>
          <a:sym typeface="Calibri" panose="020F0502020204030204" pitchFamily="34" charset="0"/>
        </a:defRPr>
      </a:lvl9pPr>
    </p:titleStyle>
    <p:bodyStyle>
      <a:lvl1pPr marL="1690688" indent="-1690688" algn="l" defTabSz="4508500" rtl="0" eaLnBrk="0" fontAlgn="base" hangingPunct="0">
        <a:spcBef>
          <a:spcPct val="20000"/>
        </a:spcBef>
        <a:spcAft>
          <a:spcPct val="0"/>
        </a:spcAft>
        <a:buFont typeface="Arial" panose="020B0604020202020204" pitchFamily="34" charset="0"/>
        <a:buChar char="•"/>
        <a:defRPr sz="15800" kern="1200">
          <a:solidFill>
            <a:schemeClr val="tx1"/>
          </a:solidFill>
          <a:latin typeface="+mn-lt"/>
          <a:ea typeface="+mn-ea"/>
          <a:cs typeface="+mn-cs"/>
          <a:sym typeface="Calibri" panose="020F0502020204030204" pitchFamily="34" charset="0"/>
        </a:defRPr>
      </a:lvl1pPr>
      <a:lvl2pPr marL="3662363" lvl="1" indent="-1408113" algn="l" defTabSz="4508500" rtl="0" eaLnBrk="0" fontAlgn="base" hangingPunct="0">
        <a:spcBef>
          <a:spcPct val="20000"/>
        </a:spcBef>
        <a:spcAft>
          <a:spcPct val="0"/>
        </a:spcAft>
        <a:buFont typeface="Arial" panose="020B0604020202020204" pitchFamily="34" charset="0"/>
        <a:buChar char="–"/>
        <a:defRPr sz="13900" kern="1200">
          <a:solidFill>
            <a:schemeClr val="tx1"/>
          </a:solidFill>
          <a:latin typeface="Calibri" panose="020F0502020204030204" charset="0"/>
          <a:ea typeface="宋体" panose="02010600030101010101" pitchFamily="2" charset="-122"/>
          <a:cs typeface="+mn-cs"/>
          <a:sym typeface="Calibri" panose="020F0502020204030204" pitchFamily="34" charset="0"/>
        </a:defRPr>
      </a:lvl2pPr>
      <a:lvl3pPr marL="5634038" lvl="2" indent="-1125538" algn="l" defTabSz="4508500" rtl="0" eaLnBrk="0" fontAlgn="base" hangingPunct="0">
        <a:spcBef>
          <a:spcPct val="20000"/>
        </a:spcBef>
        <a:spcAft>
          <a:spcPct val="0"/>
        </a:spcAft>
        <a:buFont typeface="Arial" panose="020B0604020202020204" pitchFamily="34" charset="0"/>
        <a:buChar char="•"/>
        <a:defRPr sz="11900" kern="1200">
          <a:solidFill>
            <a:schemeClr val="tx1"/>
          </a:solidFill>
          <a:latin typeface="Calibri" panose="020F0502020204030204" charset="0"/>
          <a:ea typeface="宋体" panose="02010600030101010101" pitchFamily="2" charset="-122"/>
          <a:cs typeface="+mn-cs"/>
          <a:sym typeface="Calibri" panose="020F0502020204030204" pitchFamily="34" charset="0"/>
        </a:defRPr>
      </a:lvl3pPr>
      <a:lvl4pPr marL="7888288" lvl="3" indent="-1125538" algn="l" defTabSz="4508500" rtl="0" eaLnBrk="0" fontAlgn="base" hangingPunct="0">
        <a:spcBef>
          <a:spcPct val="20000"/>
        </a:spcBef>
        <a:spcAft>
          <a:spcPct val="0"/>
        </a:spcAft>
        <a:buFont typeface="Arial" panose="020B0604020202020204" pitchFamily="34" charset="0"/>
        <a:buChar char="–"/>
        <a:defRPr sz="9900" kern="1200">
          <a:solidFill>
            <a:schemeClr val="tx1"/>
          </a:solidFill>
          <a:latin typeface="Calibri" panose="020F0502020204030204" charset="0"/>
          <a:ea typeface="宋体" panose="02010600030101010101" pitchFamily="2" charset="-122"/>
          <a:cs typeface="+mn-cs"/>
          <a:sym typeface="Calibri" panose="020F0502020204030204" pitchFamily="34" charset="0"/>
        </a:defRPr>
      </a:lvl4pPr>
      <a:lvl5pPr marL="10142538" lvl="4" indent="-1127125" algn="l" defTabSz="4508500" rtl="0" eaLnBrk="0" fontAlgn="base" hangingPunct="0">
        <a:spcBef>
          <a:spcPct val="20000"/>
        </a:spcBef>
        <a:spcAft>
          <a:spcPct val="0"/>
        </a:spcAft>
        <a:buFont typeface="Arial" panose="020B0604020202020204" pitchFamily="34" charset="0"/>
        <a:buChar char="»"/>
        <a:defRPr sz="9900" kern="1200">
          <a:solidFill>
            <a:schemeClr val="tx1"/>
          </a:solidFill>
          <a:latin typeface="Calibri" panose="020F0502020204030204" charset="0"/>
          <a:ea typeface="宋体" panose="02010600030101010101" pitchFamily="2" charset="-122"/>
          <a:cs typeface="+mn-cs"/>
          <a:sym typeface="Calibri" panose="020F0502020204030204" pitchFamily="34" charset="0"/>
        </a:defRPr>
      </a:lvl5pPr>
      <a:lvl6pPr marL="2514600" lvl="5" indent="-228600" algn="l" defTabSz="4508500" eaLnBrk="1" fontAlgn="base" latinLnBrk="0" hangingPunct="1">
        <a:lnSpc>
          <a:spcPct val="100000"/>
        </a:lnSpc>
        <a:spcBef>
          <a:spcPct val="20000"/>
        </a:spcBef>
        <a:buFont typeface="Arial" panose="020B0604020202020204" pitchFamily="34" charset="0"/>
        <a:buChar char="»"/>
        <a:defRPr sz="9900" kern="1200">
          <a:solidFill>
            <a:schemeClr val="tx1"/>
          </a:solidFill>
          <a:latin typeface="Calibri" panose="020F0502020204030204" charset="0"/>
          <a:ea typeface="宋体" panose="02010600030101010101" pitchFamily="2" charset="-122"/>
          <a:cs typeface="+mn-cs"/>
          <a:sym typeface="Calibri" panose="020F0502020204030204" charset="0"/>
        </a:defRPr>
      </a:lvl6pPr>
      <a:lvl7pPr marL="2971800" lvl="6" indent="-228600" algn="l" defTabSz="4508500" eaLnBrk="1" fontAlgn="base" latinLnBrk="0" hangingPunct="1">
        <a:lnSpc>
          <a:spcPct val="100000"/>
        </a:lnSpc>
        <a:spcBef>
          <a:spcPct val="20000"/>
        </a:spcBef>
        <a:buFont typeface="Arial" panose="020B0604020202020204" pitchFamily="34" charset="0"/>
        <a:buChar char="»"/>
        <a:defRPr sz="9900" kern="1200">
          <a:solidFill>
            <a:schemeClr val="tx1"/>
          </a:solidFill>
          <a:latin typeface="Calibri" panose="020F0502020204030204" charset="0"/>
          <a:ea typeface="宋体" panose="02010600030101010101" pitchFamily="2" charset="-122"/>
          <a:cs typeface="+mn-cs"/>
          <a:sym typeface="Calibri" panose="020F0502020204030204" charset="0"/>
        </a:defRPr>
      </a:lvl7pPr>
      <a:lvl8pPr marL="3429000" lvl="7" indent="-228600" algn="l" defTabSz="4508500" eaLnBrk="1" fontAlgn="base" latinLnBrk="0" hangingPunct="1">
        <a:lnSpc>
          <a:spcPct val="100000"/>
        </a:lnSpc>
        <a:spcBef>
          <a:spcPct val="20000"/>
        </a:spcBef>
        <a:buFont typeface="Arial" panose="020B0604020202020204" pitchFamily="34" charset="0"/>
        <a:buChar char="»"/>
        <a:defRPr sz="9900" kern="1200">
          <a:solidFill>
            <a:schemeClr val="tx1"/>
          </a:solidFill>
          <a:latin typeface="Calibri" panose="020F0502020204030204" charset="0"/>
          <a:ea typeface="宋体" panose="02010600030101010101" pitchFamily="2" charset="-122"/>
          <a:cs typeface="+mn-cs"/>
          <a:sym typeface="Calibri" panose="020F0502020204030204" charset="0"/>
        </a:defRPr>
      </a:lvl8pPr>
      <a:lvl9pPr marL="3886200" lvl="8" indent="-228600" algn="l" defTabSz="4508500" eaLnBrk="1" fontAlgn="base" latinLnBrk="0" hangingPunct="1">
        <a:lnSpc>
          <a:spcPct val="100000"/>
        </a:lnSpc>
        <a:spcBef>
          <a:spcPct val="20000"/>
        </a:spcBef>
        <a:buFont typeface="Arial" panose="020B0604020202020204" pitchFamily="34" charset="0"/>
        <a:buChar char="»"/>
        <a:defRPr sz="9900" kern="1200">
          <a:solidFill>
            <a:schemeClr val="tx1"/>
          </a:solidFill>
          <a:latin typeface="Calibri" panose="020F0502020204030204" charset="0"/>
          <a:ea typeface="宋体" panose="02010600030101010101" pitchFamily="2" charset="-122"/>
          <a:cs typeface="+mn-cs"/>
          <a:sym typeface="Calibri" panose="020F0502020204030204" charset="0"/>
        </a:defRPr>
      </a:lvl9pPr>
    </p:bodyStyle>
    <p:otherStyle>
      <a:lvl1pPr marL="0" lvl="0"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latin typeface="+mn-lt"/>
          <a:ea typeface="+mn-ea"/>
          <a:cs typeface="+mn-cs"/>
        </a:defRPr>
      </a:lvl1pPr>
      <a:lvl2pPr marL="2254250" lvl="1"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2pPr>
      <a:lvl3pPr marL="4508500" lvl="2"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3pPr>
      <a:lvl4pPr marL="6761480" lvl="3"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4pPr>
      <a:lvl5pPr marL="9015730" lvl="4"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5pPr>
      <a:lvl6pPr marL="2286000" lvl="5"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6pPr>
      <a:lvl7pPr marL="2743200" lvl="6"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7pPr>
      <a:lvl8pPr marL="3200400" lvl="7"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8pPr>
      <a:lvl9pPr marL="3657600" lvl="8" indent="0" algn="l" defTabSz="4508500" eaLnBrk="1" fontAlgn="base" latinLnBrk="0" hangingPunct="1">
        <a:lnSpc>
          <a:spcPct val="100000"/>
        </a:lnSpc>
        <a:spcBef>
          <a:spcPct val="0"/>
        </a:spcBef>
        <a:spcAft>
          <a:spcPct val="0"/>
        </a:spcAft>
        <a:buFont typeface="Arial" panose="020B0604020202020204" pitchFamily="34" charset="0"/>
        <a:defRPr sz="8900" kern="1200" baseline="0">
          <a:solidFill>
            <a:schemeClr val="tx1"/>
          </a:solidFill>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34.tiff"/><Relationship Id="rId3" Type="http://schemas.openxmlformats.org/officeDocument/2006/relationships/image" Target="../media/image11.jpeg"/><Relationship Id="rId21" Type="http://schemas.openxmlformats.org/officeDocument/2006/relationships/image" Target="../media/image29.tiff"/><Relationship Id="rId7" Type="http://schemas.openxmlformats.org/officeDocument/2006/relationships/image" Target="../media/image15.tiff"/><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tiff"/><Relationship Id="rId2" Type="http://schemas.openxmlformats.org/officeDocument/2006/relationships/notesSlide" Target="../notesSlides/notesSlide1.xml"/><Relationship Id="rId16" Type="http://schemas.openxmlformats.org/officeDocument/2006/relationships/image" Target="../media/image24.png"/><Relationship Id="rId20" Type="http://schemas.openxmlformats.org/officeDocument/2006/relationships/image" Target="../media/image28.tiff"/><Relationship Id="rId29" Type="http://schemas.openxmlformats.org/officeDocument/2006/relationships/image" Target="../media/image37.png"/><Relationship Id="rId1" Type="http://schemas.openxmlformats.org/officeDocument/2006/relationships/slideLayout" Target="../slideLayouts/slideLayout23.xml"/><Relationship Id="rId6" Type="http://schemas.openxmlformats.org/officeDocument/2006/relationships/image" Target="../media/image14.tiff"/><Relationship Id="rId11" Type="http://schemas.openxmlformats.org/officeDocument/2006/relationships/image" Target="../media/image19.png"/><Relationship Id="rId24" Type="http://schemas.openxmlformats.org/officeDocument/2006/relationships/image" Target="../media/image32.tiff"/><Relationship Id="rId5" Type="http://schemas.openxmlformats.org/officeDocument/2006/relationships/image" Target="../media/image13.tiff"/><Relationship Id="rId15" Type="http://schemas.openxmlformats.org/officeDocument/2006/relationships/image" Target="../media/image23.png"/><Relationship Id="rId23" Type="http://schemas.openxmlformats.org/officeDocument/2006/relationships/image" Target="../media/image31.tiff"/><Relationship Id="rId28" Type="http://schemas.openxmlformats.org/officeDocument/2006/relationships/image" Target="../media/image36.png"/><Relationship Id="rId10" Type="http://schemas.openxmlformats.org/officeDocument/2006/relationships/image" Target="../media/image18.png"/><Relationship Id="rId19" Type="http://schemas.openxmlformats.org/officeDocument/2006/relationships/image" Target="../media/image27.tiff"/><Relationship Id="rId4" Type="http://schemas.openxmlformats.org/officeDocument/2006/relationships/image" Target="../media/image12.tiff"/><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tiff"/><Relationship Id="rId27" Type="http://schemas.openxmlformats.org/officeDocument/2006/relationships/image" Target="../media/image35.png"/><Relationship Id="rId30"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3" name="图片 4097" descr="C:\Users\胜侯\Desktop\29届年会\444.jpg444">
            <a:extLst>
              <a:ext uri="{FF2B5EF4-FFF2-40B4-BE49-F238E27FC236}">
                <a16:creationId xmlns:a16="http://schemas.microsoft.com/office/drawing/2014/main" id="{D5961085-387B-4F7E-88C2-B5C334FB3D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34713" y="2516188"/>
            <a:ext cx="8993187" cy="342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4" name="Text Placeholder 243">
            <a:extLst>
              <a:ext uri="{FF2B5EF4-FFF2-40B4-BE49-F238E27FC236}">
                <a16:creationId xmlns:a16="http://schemas.microsoft.com/office/drawing/2014/main" id="{DD4465CB-7ABE-440B-9BFF-3E6F5430D8F4}"/>
              </a:ext>
            </a:extLst>
          </p:cNvPr>
          <p:cNvSpPr>
            <a:spLocks noGrp="1" noChangeArrowheads="1"/>
          </p:cNvSpPr>
          <p:nvPr>
            <p:ph sz="quarter" idx="4294967295"/>
          </p:nvPr>
        </p:nvSpPr>
        <p:spPr bwMode="auto">
          <a:xfrm>
            <a:off x="674688" y="7778750"/>
            <a:ext cx="15460662" cy="30591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34774" tIns="234774" rIns="234774" bIns="234774">
            <a:spAutoFit/>
          </a:bodyPr>
          <a:lstStyle/>
          <a:p>
            <a:pPr marL="0" indent="0">
              <a:buFont typeface="Arial" panose="020B0604020202020204" pitchFamily="34" charset="0"/>
              <a:buNone/>
            </a:pPr>
            <a:r>
              <a:rPr lang="zh-CN" altLang="en-US" sz="2800" dirty="0">
                <a:latin typeface="Arial" panose="020B0604020202020204" pitchFamily="34" charset="0"/>
                <a:ea typeface="微软雅黑" panose="020B0503020204020204" pitchFamily="34" charset="-122"/>
              </a:rPr>
              <a:t>       </a:t>
            </a:r>
            <a:r>
              <a:rPr lang="zh-CN" altLang="zh-CN" sz="2800" dirty="0">
                <a:latin typeface="Arial" panose="020B0604020202020204" pitchFamily="34" charset="0"/>
                <a:ea typeface="微软雅黑" panose="020B0503020204020204" pitchFamily="34" charset="-122"/>
              </a:rPr>
              <a:t>地震数据中常伴有随机噪声和异常值噪声，如何有效压制地震异常值噪声是提高信噪比处理的重要问题之一。传统的去噪方法要么能有效压制随机噪声但对异常值噪声压制失效，要么在压制噪声的同时伤害了有效信号的能量。本文采用一种新的稳健降秩主成分分析方法（</a:t>
            </a:r>
            <a:r>
              <a:rPr lang="en-US" altLang="zh-CN" sz="2800" dirty="0">
                <a:latin typeface="Arial" panose="020B0604020202020204" pitchFamily="34" charset="0"/>
                <a:ea typeface="微软雅黑" panose="020B0503020204020204" pitchFamily="34" charset="-122"/>
              </a:rPr>
              <a:t>Robust Principal Analysis Method, </a:t>
            </a:r>
            <a:r>
              <a:rPr lang="zh-CN" altLang="zh-CN" sz="2800" dirty="0">
                <a:latin typeface="Arial" panose="020B0604020202020204" pitchFamily="34" charset="0"/>
                <a:ea typeface="微软雅黑" panose="020B0503020204020204" pitchFamily="34" charset="-122"/>
              </a:rPr>
              <a:t>简称</a:t>
            </a:r>
            <a:r>
              <a:rPr lang="en-US" altLang="zh-CN" sz="2800" dirty="0">
                <a:latin typeface="Arial" panose="020B0604020202020204" pitchFamily="34" charset="0"/>
                <a:ea typeface="微软雅黑" panose="020B0503020204020204" pitchFamily="34" charset="-122"/>
              </a:rPr>
              <a:t>RPCA</a:t>
            </a:r>
            <a:r>
              <a:rPr lang="zh-CN" altLang="zh-CN" sz="2800" dirty="0">
                <a:latin typeface="Arial" panose="020B0604020202020204" pitchFamily="34" charset="0"/>
                <a:ea typeface="微软雅黑" panose="020B0503020204020204" pitchFamily="34" charset="-122"/>
              </a:rPr>
              <a:t>）来压制地震数据中异常值噪声并将其应用于模型和实际资料处理。相比于传统的</a:t>
            </a:r>
            <a:r>
              <a:rPr lang="en-US" altLang="zh-CN" sz="2800" dirty="0">
                <a:latin typeface="Arial" panose="020B0604020202020204" pitchFamily="34" charset="0"/>
                <a:ea typeface="微软雅黑" panose="020B0503020204020204" pitchFamily="34" charset="-122"/>
              </a:rPr>
              <a:t>F-XY</a:t>
            </a:r>
            <a:r>
              <a:rPr lang="zh-CN" altLang="zh-CN" sz="2800" dirty="0">
                <a:latin typeface="Arial" panose="020B0604020202020204" pitchFamily="34" charset="0"/>
                <a:ea typeface="微软雅黑" panose="020B0503020204020204" pitchFamily="34" charset="-122"/>
              </a:rPr>
              <a:t>预测滤波法，该方法在压制异常值噪声和随机噪声的同时还能</a:t>
            </a:r>
            <a:r>
              <a:rPr lang="zh-CN" altLang="zh-CN" sz="2800" dirty="0" smtClean="0">
                <a:latin typeface="Arial" panose="020B0604020202020204" pitchFamily="34" charset="0"/>
                <a:ea typeface="微软雅黑" panose="020B0503020204020204" pitchFamily="34" charset="-122"/>
              </a:rPr>
              <a:t>较好保护</a:t>
            </a:r>
            <a:r>
              <a:rPr lang="zh-CN" altLang="zh-CN" sz="2800" dirty="0">
                <a:latin typeface="Arial" panose="020B0604020202020204" pitchFamily="34" charset="0"/>
                <a:ea typeface="微软雅黑" panose="020B0503020204020204" pitchFamily="34" charset="-122"/>
              </a:rPr>
              <a:t>有效信号的幅值。</a:t>
            </a:r>
          </a:p>
        </p:txBody>
      </p:sp>
      <p:sp>
        <p:nvSpPr>
          <p:cNvPr id="8195" name="Text Placeholder 252">
            <a:extLst>
              <a:ext uri="{FF2B5EF4-FFF2-40B4-BE49-F238E27FC236}">
                <a16:creationId xmlns:a16="http://schemas.microsoft.com/office/drawing/2014/main" id="{B8C401E5-BF22-42FE-85E2-7D550F5E9E62}"/>
              </a:ext>
            </a:extLst>
          </p:cNvPr>
          <p:cNvSpPr>
            <a:spLocks noGrp="1" noChangeArrowheads="1"/>
          </p:cNvSpPr>
          <p:nvPr>
            <p:ph sz="quarter" idx="4294967295"/>
          </p:nvPr>
        </p:nvSpPr>
        <p:spPr bwMode="auto">
          <a:xfrm>
            <a:off x="16619538" y="31262524"/>
            <a:ext cx="15436850" cy="69440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10" tIns="93910" rIns="93910" bIns="93910" anchor="ctr">
            <a:spAutoFit/>
          </a:bodyPr>
          <a:lstStyle/>
          <a:p>
            <a:pPr marL="0" indent="0" eaLnBrk="1" hangingPunct="1">
              <a:lnSpc>
                <a:spcPct val="80000"/>
              </a:lnSpc>
              <a:buFont typeface="Arial" panose="020B0604020202020204" pitchFamily="34" charset="0"/>
              <a:buNone/>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图</a:t>
            </a:r>
            <a:r>
              <a:rPr lang="en-US" altLang="zh-CN" sz="2800" b="1" dirty="0">
                <a:latin typeface="微软雅黑" panose="020B0503020204020204" pitchFamily="34" charset="-122"/>
                <a:ea typeface="微软雅黑" panose="020B0503020204020204" pitchFamily="34" charset="-122"/>
              </a:rPr>
              <a:t>14. </a:t>
            </a:r>
            <a:r>
              <a:rPr lang="zh-CN" altLang="en-US" sz="2800" b="1" dirty="0">
                <a:latin typeface="微软雅黑" panose="020B0503020204020204" pitchFamily="34" charset="-122"/>
                <a:ea typeface="微软雅黑" panose="020B0503020204020204" pitchFamily="34" charset="-122"/>
              </a:rPr>
              <a:t>原始叠前</a:t>
            </a:r>
            <a:r>
              <a:rPr lang="en-US" altLang="zh-CN" sz="2800" b="1" dirty="0">
                <a:latin typeface="微软雅黑" panose="020B0503020204020204" pitchFamily="34" charset="-122"/>
                <a:ea typeface="微软雅黑" panose="020B0503020204020204" pitchFamily="34" charset="-122"/>
              </a:rPr>
              <a:t>CDP</a:t>
            </a:r>
            <a:r>
              <a:rPr lang="zh-CN" altLang="en-US" sz="2800" b="1" dirty="0">
                <a:latin typeface="微软雅黑" panose="020B0503020204020204" pitchFamily="34" charset="-122"/>
                <a:ea typeface="微软雅黑" panose="020B0503020204020204" pitchFamily="34" charset="-122"/>
              </a:rPr>
              <a:t>道集数据       </a:t>
            </a:r>
            <a:r>
              <a:rPr lang="zh-CN" altLang="en-US" sz="2800" b="1" dirty="0" smtClean="0">
                <a:latin typeface="微软雅黑" panose="020B0503020204020204" pitchFamily="34" charset="-122"/>
                <a:ea typeface="微软雅黑" panose="020B0503020204020204" pitchFamily="34" charset="-122"/>
              </a:rPr>
              <a:t>图</a:t>
            </a:r>
            <a:r>
              <a:rPr lang="en-US" altLang="zh-CN" sz="2800" b="1" dirty="0">
                <a:latin typeface="微软雅黑" panose="020B0503020204020204" pitchFamily="34" charset="-122"/>
                <a:ea typeface="微软雅黑" panose="020B0503020204020204" pitchFamily="34" charset="-122"/>
              </a:rPr>
              <a:t>15. </a:t>
            </a:r>
            <a:r>
              <a:rPr lang="en-US" altLang="zh-CN" sz="2800" b="1" dirty="0" smtClean="0">
                <a:latin typeface="微软雅黑" panose="020B0503020204020204" pitchFamily="34" charset="-122"/>
                <a:ea typeface="微软雅黑" panose="020B0503020204020204" pitchFamily="34" charset="-122"/>
              </a:rPr>
              <a:t>RPCA</a:t>
            </a:r>
            <a:r>
              <a:rPr lang="zh-CN" altLang="en-US" sz="2800" b="1" dirty="0" smtClean="0">
                <a:latin typeface="微软雅黑" panose="020B0503020204020204" pitchFamily="34" charset="-122"/>
                <a:ea typeface="微软雅黑" panose="020B0503020204020204" pitchFamily="34" charset="-122"/>
              </a:rPr>
              <a:t>法去</a:t>
            </a:r>
            <a:r>
              <a:rPr lang="zh-CN" altLang="en-US" sz="2800" b="1" dirty="0">
                <a:latin typeface="微软雅黑" panose="020B0503020204020204" pitchFamily="34" charset="-122"/>
                <a:ea typeface="微软雅黑" panose="020B0503020204020204" pitchFamily="34" charset="-122"/>
              </a:rPr>
              <a:t>噪结果        </a:t>
            </a:r>
            <a:r>
              <a:rPr lang="zh-CN" altLang="en-US" sz="2800" b="1" dirty="0" smtClean="0">
                <a:latin typeface="微软雅黑" panose="020B0503020204020204" pitchFamily="34" charset="-122"/>
                <a:ea typeface="微软雅黑" panose="020B0503020204020204" pitchFamily="34" charset="-122"/>
              </a:rPr>
              <a:t>图</a:t>
            </a:r>
            <a:r>
              <a:rPr lang="en-US" altLang="zh-CN" sz="2800" b="1" dirty="0">
                <a:latin typeface="微软雅黑" panose="020B0503020204020204" pitchFamily="34" charset="-122"/>
                <a:ea typeface="微软雅黑" panose="020B0503020204020204" pitchFamily="34" charset="-122"/>
              </a:rPr>
              <a:t>16. </a:t>
            </a:r>
            <a:r>
              <a:rPr lang="en-US" altLang="zh-CN" sz="2800" b="1" dirty="0" smtClean="0">
                <a:latin typeface="微软雅黑" panose="020B0503020204020204" pitchFamily="34" charset="-122"/>
                <a:ea typeface="微软雅黑" panose="020B0503020204020204" pitchFamily="34" charset="-122"/>
              </a:rPr>
              <a:t>RPCA</a:t>
            </a:r>
            <a:r>
              <a:rPr lang="zh-CN" altLang="en-US" sz="2800" b="1" smtClean="0">
                <a:latin typeface="微软雅黑" panose="020B0503020204020204" pitchFamily="34" charset="-122"/>
                <a:ea typeface="微软雅黑" panose="020B0503020204020204" pitchFamily="34" charset="-122"/>
              </a:rPr>
              <a:t>法去除</a:t>
            </a:r>
            <a:r>
              <a:rPr lang="zh-CN" altLang="en-US" sz="2800" b="1" dirty="0">
                <a:latin typeface="微软雅黑" panose="020B0503020204020204" pitchFamily="34" charset="-122"/>
                <a:ea typeface="微软雅黑" panose="020B0503020204020204" pitchFamily="34" charset="-122"/>
              </a:rPr>
              <a:t>的噪声</a:t>
            </a:r>
            <a:r>
              <a:rPr lang="zh-CN" altLang="en-US" sz="4100" b="1" dirty="0">
                <a:solidFill>
                  <a:srgbClr val="2C3F71"/>
                </a:solidFill>
              </a:rPr>
              <a:t> </a:t>
            </a:r>
          </a:p>
        </p:txBody>
      </p:sp>
      <p:sp>
        <p:nvSpPr>
          <p:cNvPr id="8196" name="Text Placeholder 253">
            <a:extLst>
              <a:ext uri="{FF2B5EF4-FFF2-40B4-BE49-F238E27FC236}">
                <a16:creationId xmlns:a16="http://schemas.microsoft.com/office/drawing/2014/main" id="{3E465F7C-E745-43EC-82C8-7266D6FFA1E7}"/>
              </a:ext>
            </a:extLst>
          </p:cNvPr>
          <p:cNvSpPr>
            <a:spLocks noGrp="1" noChangeArrowheads="1"/>
          </p:cNvSpPr>
          <p:nvPr>
            <p:ph sz="quarter" idx="4294967295"/>
          </p:nvPr>
        </p:nvSpPr>
        <p:spPr bwMode="auto">
          <a:xfrm>
            <a:off x="16633032" y="35135291"/>
            <a:ext cx="15431293" cy="4093586"/>
          </a:xfrm>
          <a:prstGeom prst="rect">
            <a:avLst/>
          </a:prstGeom>
          <a:solidFill>
            <a:srgbClr val="D5D0AD"/>
          </a:solidFill>
          <a:extLst>
            <a:ext uri="{91240B29-F687-4F45-9708-019B960494DF}">
              <a14:hiddenLine xmlns:a14="http://schemas.microsoft.com/office/drawing/2010/main" w="9525">
                <a:solidFill>
                  <a:srgbClr val="000000"/>
                </a:solidFill>
                <a:miter lim="800000"/>
                <a:headEnd/>
                <a:tailEnd/>
              </a14:hiddenLine>
            </a:ext>
          </a:extLst>
        </p:spPr>
        <p:txBody>
          <a:bodyPr wrap="square" lIns="234774" tIns="234774" rIns="234774" bIns="234774">
            <a:spAutoFit/>
          </a:bodyPr>
          <a:lstStyle/>
          <a:p>
            <a:pPr marL="0" indent="0" eaLnBrk="1" hangingPunct="1">
              <a:lnSpc>
                <a:spcPct val="120000"/>
              </a:lnSpc>
              <a:spcBef>
                <a:spcPct val="0"/>
              </a:spcBef>
              <a:buFont typeface="Arial" panose="020B0604020202020204" pitchFamily="34" charset="0"/>
              <a:buNone/>
            </a:pPr>
            <a:r>
              <a:rPr lang="zh-CN" altLang="en-US" sz="2800" dirty="0">
                <a:latin typeface="微软雅黑" panose="020B0503020204020204" pitchFamily="34" charset="-122"/>
                <a:ea typeface="微软雅黑" panose="020B0503020204020204" pitchFamily="34" charset="-122"/>
                <a:sym typeface="Times New Roman" panose="02020603050405020304" pitchFamily="18" charset="0"/>
              </a:rPr>
              <a:t> </a:t>
            </a:r>
            <a:r>
              <a:rPr lang="zh-CN" altLang="en-US" sz="2800" dirty="0" smtClean="0">
                <a:latin typeface="微软雅黑" panose="020B0503020204020204" pitchFamily="34" charset="-122"/>
                <a:ea typeface="微软雅黑" panose="020B0503020204020204" pitchFamily="34" charset="-122"/>
                <a:sym typeface="Times New Roman" panose="02020603050405020304" pitchFamily="18" charset="0"/>
              </a:rPr>
              <a:t>      </a:t>
            </a:r>
            <a:r>
              <a:rPr lang="zh-CN" altLang="zh-CN" sz="2800" dirty="0" smtClean="0">
                <a:latin typeface="Arial" panose="020B0604020202020204" pitchFamily="34" charset="0"/>
                <a:ea typeface="微软雅黑" panose="020B0503020204020204" pitchFamily="34" charset="-122"/>
              </a:rPr>
              <a:t>本文</a:t>
            </a:r>
            <a:r>
              <a:rPr lang="zh-CN" altLang="zh-CN" sz="2800" dirty="0">
                <a:latin typeface="Arial" panose="020B0604020202020204" pitchFamily="34" charset="0"/>
                <a:ea typeface="微软雅黑" panose="020B0503020204020204" pitchFamily="34" charset="-122"/>
              </a:rPr>
              <a:t>的稳健主成分分析方法将频率域的地震观测数据看作由低秩矩阵表示的地震有效信号和稀疏矩阵表示的异常值噪声构成，异常值噪声的压制问题可以归结为低秩矩阵和稀疏矩阵的分离问题。本文采用基于主成分寻优的拉格朗日乘子法来实现两类矩阵的分离，从而达到压制噪声的</a:t>
            </a:r>
            <a:r>
              <a:rPr lang="zh-CN" altLang="zh-CN" sz="2800" dirty="0" smtClean="0">
                <a:latin typeface="Arial" panose="020B0604020202020204" pitchFamily="34" charset="0"/>
                <a:ea typeface="微软雅黑" panose="020B0503020204020204" pitchFamily="34" charset="-122"/>
              </a:rPr>
              <a:t>目的</a:t>
            </a:r>
            <a:r>
              <a:rPr lang="zh-CN" altLang="en-US" sz="2800" dirty="0">
                <a:latin typeface="Arial" panose="020B0604020202020204" pitchFamily="34" charset="0"/>
                <a:ea typeface="微软雅黑" panose="020B0503020204020204" pitchFamily="34" charset="-122"/>
              </a:rPr>
              <a:t>。</a:t>
            </a:r>
            <a:r>
              <a:rPr lang="zh-CN" altLang="zh-CN" sz="2800" dirty="0" smtClean="0">
                <a:latin typeface="Arial" panose="020B0604020202020204" pitchFamily="34" charset="0"/>
                <a:ea typeface="微软雅黑" panose="020B0503020204020204" pitchFamily="34" charset="-122"/>
              </a:rPr>
              <a:t>将</a:t>
            </a:r>
            <a:r>
              <a:rPr lang="en-US" altLang="zh-CN" sz="2800" dirty="0">
                <a:latin typeface="Arial" panose="020B0604020202020204" pitchFamily="34" charset="0"/>
                <a:ea typeface="微软雅黑" panose="020B0503020204020204" pitchFamily="34" charset="-122"/>
              </a:rPr>
              <a:t>RPCA</a:t>
            </a:r>
            <a:r>
              <a:rPr lang="zh-CN" altLang="zh-CN" sz="2800" dirty="0">
                <a:latin typeface="Arial" panose="020B0604020202020204" pitchFamily="34" charset="0"/>
                <a:ea typeface="微软雅黑" panose="020B0503020204020204" pitchFamily="34" charset="-122"/>
              </a:rPr>
              <a:t>方法应用于模型和实际资料的异常值噪声压制实验并与传统的</a:t>
            </a:r>
            <a:r>
              <a:rPr lang="en-US" altLang="zh-CN" sz="2800" dirty="0">
                <a:latin typeface="Arial" panose="020B0604020202020204" pitchFamily="34" charset="0"/>
                <a:ea typeface="微软雅黑" panose="020B0503020204020204" pitchFamily="34" charset="-122"/>
              </a:rPr>
              <a:t>F-XY</a:t>
            </a:r>
            <a:r>
              <a:rPr lang="zh-CN" altLang="zh-CN" sz="2800" dirty="0">
                <a:latin typeface="Arial" panose="020B0604020202020204" pitchFamily="34" charset="0"/>
                <a:ea typeface="微软雅黑" panose="020B0503020204020204" pitchFamily="34" charset="-122"/>
              </a:rPr>
              <a:t>预测滤波压噪结果进行效果对比，从图</a:t>
            </a:r>
            <a:r>
              <a:rPr lang="en-US" altLang="zh-CN" sz="2800" dirty="0">
                <a:latin typeface="Arial" panose="020B0604020202020204" pitchFamily="34" charset="0"/>
                <a:ea typeface="微软雅黑" panose="020B0503020204020204" pitchFamily="34" charset="-122"/>
              </a:rPr>
              <a:t>5</a:t>
            </a:r>
            <a:r>
              <a:rPr lang="zh-CN" altLang="zh-CN" sz="2800" dirty="0">
                <a:latin typeface="Arial" panose="020B0604020202020204" pitchFamily="34" charset="0"/>
                <a:ea typeface="微软雅黑" panose="020B0503020204020204" pitchFamily="34" charset="-122"/>
              </a:rPr>
              <a:t>和图</a:t>
            </a:r>
            <a:r>
              <a:rPr lang="en-US" altLang="zh-CN" sz="2800" dirty="0">
                <a:latin typeface="Arial" panose="020B0604020202020204" pitchFamily="34" charset="0"/>
                <a:ea typeface="微软雅黑" panose="020B0503020204020204" pitchFamily="34" charset="-122"/>
              </a:rPr>
              <a:t>6</a:t>
            </a:r>
            <a:r>
              <a:rPr lang="zh-CN" altLang="zh-CN" sz="2800" dirty="0">
                <a:latin typeface="Arial" panose="020B0604020202020204" pitchFamily="34" charset="0"/>
                <a:ea typeface="微软雅黑" panose="020B0503020204020204" pitchFamily="34" charset="-122"/>
              </a:rPr>
              <a:t>、图</a:t>
            </a:r>
            <a:r>
              <a:rPr lang="en-US" altLang="zh-CN" sz="2800" dirty="0">
                <a:latin typeface="Arial" panose="020B0604020202020204" pitchFamily="34" charset="0"/>
                <a:ea typeface="微软雅黑" panose="020B0503020204020204" pitchFamily="34" charset="-122"/>
              </a:rPr>
              <a:t>11</a:t>
            </a:r>
            <a:r>
              <a:rPr lang="zh-CN" altLang="zh-CN" sz="2800" dirty="0">
                <a:latin typeface="Arial" panose="020B0604020202020204" pitchFamily="34" charset="0"/>
                <a:ea typeface="微软雅黑" panose="020B0503020204020204" pitchFamily="34" charset="-122"/>
              </a:rPr>
              <a:t>和图</a:t>
            </a:r>
            <a:r>
              <a:rPr lang="en-US" altLang="zh-CN" sz="2800" dirty="0">
                <a:latin typeface="Arial" panose="020B0604020202020204" pitchFamily="34" charset="0"/>
                <a:ea typeface="微软雅黑" panose="020B0503020204020204" pitchFamily="34" charset="-122"/>
              </a:rPr>
              <a:t>12</a:t>
            </a:r>
            <a:r>
              <a:rPr lang="zh-CN" altLang="zh-CN" sz="2800" dirty="0">
                <a:latin typeface="Arial" panose="020B0604020202020204" pitchFamily="34" charset="0"/>
                <a:ea typeface="微软雅黑" panose="020B0503020204020204" pitchFamily="34" charset="-122"/>
              </a:rPr>
              <a:t>以及图</a:t>
            </a:r>
            <a:r>
              <a:rPr lang="en-US" altLang="zh-CN" sz="2800" dirty="0">
                <a:latin typeface="Arial" panose="020B0604020202020204" pitchFamily="34" charset="0"/>
                <a:ea typeface="微软雅黑" panose="020B0503020204020204" pitchFamily="34" charset="-122"/>
              </a:rPr>
              <a:t>15</a:t>
            </a:r>
            <a:r>
              <a:rPr lang="zh-CN" altLang="zh-CN" sz="2800" dirty="0">
                <a:latin typeface="Arial" panose="020B0604020202020204" pitchFamily="34" charset="0"/>
                <a:ea typeface="微软雅黑" panose="020B0503020204020204" pitchFamily="34" charset="-122"/>
              </a:rPr>
              <a:t>和图</a:t>
            </a:r>
            <a:r>
              <a:rPr lang="en-US" altLang="zh-CN" sz="2800" dirty="0">
                <a:latin typeface="Arial" panose="020B0604020202020204" pitchFamily="34" charset="0"/>
                <a:ea typeface="微软雅黑" panose="020B0503020204020204" pitchFamily="34" charset="-122"/>
              </a:rPr>
              <a:t>16</a:t>
            </a:r>
            <a:r>
              <a:rPr lang="zh-CN" altLang="zh-CN" sz="2800" dirty="0">
                <a:latin typeface="Arial" panose="020B0604020202020204" pitchFamily="34" charset="0"/>
                <a:ea typeface="微软雅黑" panose="020B0503020204020204" pitchFamily="34" charset="-122"/>
              </a:rPr>
              <a:t>上可以看出本文的方法能从观测数据中有效分离出异常值噪声，与传统</a:t>
            </a:r>
            <a:r>
              <a:rPr lang="en-US" altLang="zh-CN" sz="2800" dirty="0">
                <a:latin typeface="Arial" panose="020B0604020202020204" pitchFamily="34" charset="0"/>
                <a:ea typeface="微软雅黑" panose="020B0503020204020204" pitchFamily="34" charset="-122"/>
              </a:rPr>
              <a:t>F-XY</a:t>
            </a:r>
            <a:r>
              <a:rPr lang="zh-CN" altLang="zh-CN" sz="2800" dirty="0">
                <a:latin typeface="Arial" panose="020B0604020202020204" pitchFamily="34" charset="0"/>
                <a:ea typeface="微软雅黑" panose="020B0503020204020204" pitchFamily="34" charset="-122"/>
              </a:rPr>
              <a:t>预测滤波法在去噪同时也伤害了有效信号能量的不足相比，本文方法在保护有效信号能量方面有较大改进</a:t>
            </a:r>
            <a:r>
              <a:rPr lang="zh-CN" altLang="en-US" sz="2800" dirty="0">
                <a:latin typeface="Arial" panose="020B0604020202020204" pitchFamily="34" charset="0"/>
                <a:ea typeface="微软雅黑" panose="020B0503020204020204" pitchFamily="34" charset="-122"/>
              </a:rPr>
              <a:t>。</a:t>
            </a:r>
            <a:r>
              <a:rPr lang="zh-CN" altLang="zh-CN" sz="2800" dirty="0">
                <a:latin typeface="Arial" panose="020B0604020202020204" pitchFamily="34" charset="0"/>
                <a:ea typeface="微软雅黑" panose="020B0503020204020204" pitchFamily="34" charset="-122"/>
              </a:rPr>
              <a:t> </a:t>
            </a:r>
            <a:endParaRPr lang="zh-CN" altLang="en-US" sz="2800" dirty="0">
              <a:latin typeface="Arial" panose="020B0604020202020204" pitchFamily="34" charset="0"/>
              <a:ea typeface="微软雅黑" panose="020B0503020204020204" pitchFamily="34" charset="-122"/>
              <a:sym typeface="Times New Roman" panose="02020603050405020304" pitchFamily="18" charset="0"/>
            </a:endParaRPr>
          </a:p>
        </p:txBody>
      </p:sp>
      <p:sp>
        <p:nvSpPr>
          <p:cNvPr id="8197" name="Text Placeholder 255">
            <a:extLst>
              <a:ext uri="{FF2B5EF4-FFF2-40B4-BE49-F238E27FC236}">
                <a16:creationId xmlns:a16="http://schemas.microsoft.com/office/drawing/2014/main" id="{4BF4EEB2-A77F-470B-80FC-91A7D4270116}"/>
              </a:ext>
            </a:extLst>
          </p:cNvPr>
          <p:cNvSpPr>
            <a:spLocks noGrp="1" noChangeArrowheads="1"/>
          </p:cNvSpPr>
          <p:nvPr>
            <p:ph sz="quarter" idx="4294967295"/>
          </p:nvPr>
        </p:nvSpPr>
        <p:spPr bwMode="auto">
          <a:xfrm>
            <a:off x="722313" y="11612563"/>
            <a:ext cx="15351125" cy="23700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34774" tIns="234774" rIns="234774" bIns="234774">
            <a:spAutoFit/>
          </a:bodyPr>
          <a:lstStyle/>
          <a:p>
            <a:pPr marL="0" indent="0">
              <a:buFont typeface="Arial" panose="020B0604020202020204" pitchFamily="34" charset="0"/>
              <a:buNone/>
            </a:pPr>
            <a:r>
              <a:rPr lang="zh-CN" altLang="en-US" sz="2800" dirty="0">
                <a:latin typeface="微软雅黑" panose="020B0503020204020204" pitchFamily="34" charset="-122"/>
                <a:ea typeface="微软雅黑" panose="020B0503020204020204" pitchFamily="34" charset="-122"/>
                <a:sym typeface="Times New Roman" panose="02020603050405020304" pitchFamily="18" charset="0"/>
              </a:rPr>
              <a:t>       </a:t>
            </a:r>
            <a:r>
              <a:rPr lang="en-US" altLang="zh-CN" sz="2800" dirty="0">
                <a:latin typeface="微软雅黑" panose="020B0503020204020204" pitchFamily="34" charset="-122"/>
                <a:ea typeface="微软雅黑" panose="020B0503020204020204" pitchFamily="34" charset="-122"/>
              </a:rPr>
              <a:t>RPCA</a:t>
            </a:r>
            <a:r>
              <a:rPr lang="zh-CN" altLang="zh-CN" sz="2800" dirty="0">
                <a:latin typeface="微软雅黑" panose="020B0503020204020204" pitchFamily="34" charset="-122"/>
                <a:ea typeface="微软雅黑" panose="020B0503020204020204" pitchFamily="34" charset="-122"/>
              </a:rPr>
              <a:t>方法在频率</a:t>
            </a:r>
            <a:r>
              <a:rPr lang="en-US" altLang="zh-CN" sz="2800" dirty="0">
                <a:latin typeface="微软雅黑" panose="020B0503020204020204" pitchFamily="34" charset="-122"/>
                <a:ea typeface="微软雅黑" panose="020B0503020204020204" pitchFamily="34" charset="-122"/>
              </a:rPr>
              <a:t>-</a:t>
            </a:r>
            <a:r>
              <a:rPr lang="zh-CN" altLang="zh-CN" sz="2800" dirty="0">
                <a:latin typeface="微软雅黑" panose="020B0503020204020204" pitchFamily="34" charset="-122"/>
                <a:ea typeface="微软雅黑" panose="020B0503020204020204" pitchFamily="34" charset="-122"/>
              </a:rPr>
              <a:t>空间域实现异常值噪声压制。设</a:t>
            </a:r>
            <a:r>
              <a:rPr lang="en-US" altLang="zh-CN" sz="2800" dirty="0">
                <a:latin typeface="微软雅黑" panose="020B0503020204020204" pitchFamily="34" charset="-122"/>
                <a:ea typeface="微软雅黑" panose="020B0503020204020204" pitchFamily="34" charset="-122"/>
              </a:rPr>
              <a:t>M</a:t>
            </a:r>
            <a:r>
              <a:rPr lang="zh-CN" altLang="zh-CN" sz="2800" dirty="0">
                <a:latin typeface="微软雅黑" panose="020B0503020204020204" pitchFamily="34" charset="-122"/>
                <a:ea typeface="微软雅黑" panose="020B0503020204020204" pitchFamily="34" charset="-122"/>
              </a:rPr>
              <a:t>为</a:t>
            </a:r>
            <a:r>
              <a:rPr lang="en-US" altLang="zh-CN" sz="2800" dirty="0" err="1">
                <a:latin typeface="微软雅黑" panose="020B0503020204020204" pitchFamily="34" charset="-122"/>
                <a:ea typeface="微软雅黑" panose="020B0503020204020204" pitchFamily="34" charset="-122"/>
              </a:rPr>
              <a:t>m</a:t>
            </a:r>
            <a:r>
              <a:rPr lang="en-US" altLang="zh-CN" sz="2800" dirty="0" err="1">
                <a:latin typeface="微软雅黑" panose="020B0503020204020204" pitchFamily="34" charset="-122"/>
                <a:ea typeface="微软雅黑" panose="020B0503020204020204" pitchFamily="34" charset="-122"/>
                <a:sym typeface="Wingdings 2" panose="05020102010507070707" pitchFamily="18" charset="2"/>
              </a:rPr>
              <a:t></a:t>
            </a:r>
            <a:r>
              <a:rPr lang="en-US" altLang="zh-CN" sz="2800" dirty="0" err="1">
                <a:latin typeface="微软雅黑" panose="020B0503020204020204" pitchFamily="34" charset="-122"/>
                <a:ea typeface="微软雅黑" panose="020B0503020204020204" pitchFamily="34" charset="-122"/>
              </a:rPr>
              <a:t>n</a:t>
            </a:r>
            <a:r>
              <a:rPr lang="zh-CN" altLang="zh-CN" sz="2800" dirty="0">
                <a:latin typeface="微软雅黑" panose="020B0503020204020204" pitchFamily="34" charset="-122"/>
                <a:ea typeface="微软雅黑" panose="020B0503020204020204" pitchFamily="34" charset="-122"/>
              </a:rPr>
              <a:t>大小的地震观测数据矩阵，</a:t>
            </a:r>
            <a:r>
              <a:rPr lang="en-US" altLang="zh-CN" sz="2800" dirty="0">
                <a:latin typeface="微软雅黑" panose="020B0503020204020204" pitchFamily="34" charset="-122"/>
                <a:ea typeface="微软雅黑" panose="020B0503020204020204" pitchFamily="34" charset="-122"/>
              </a:rPr>
              <a:t>L</a:t>
            </a:r>
            <a:r>
              <a:rPr lang="zh-CN" altLang="zh-CN" sz="2800" dirty="0">
                <a:latin typeface="微软雅黑" panose="020B0503020204020204" pitchFamily="34" charset="-122"/>
                <a:ea typeface="微软雅黑" panose="020B0503020204020204" pitchFamily="34" charset="-122"/>
              </a:rPr>
              <a:t>为理想无噪声低秩数据，</a:t>
            </a:r>
            <a:r>
              <a:rPr lang="en-US" altLang="zh-CN" sz="2800" dirty="0">
                <a:latin typeface="微软雅黑" panose="020B0503020204020204" pitchFamily="34" charset="-122"/>
                <a:ea typeface="微软雅黑" panose="020B0503020204020204" pitchFamily="34" charset="-122"/>
              </a:rPr>
              <a:t>S</a:t>
            </a:r>
            <a:r>
              <a:rPr lang="zh-CN" altLang="zh-CN" sz="2800" dirty="0">
                <a:latin typeface="微软雅黑" panose="020B0503020204020204" pitchFamily="34" charset="-122"/>
                <a:ea typeface="微软雅黑" panose="020B0503020204020204" pitchFamily="34" charset="-122"/>
              </a:rPr>
              <a:t>为非</a:t>
            </a:r>
            <a:r>
              <a:rPr lang="zh-CN" altLang="zh-CN" sz="2800" dirty="0" smtClean="0">
                <a:latin typeface="微软雅黑" panose="020B0503020204020204" pitchFamily="34" charset="-122"/>
                <a:ea typeface="微软雅黑" panose="020B0503020204020204" pitchFamily="34" charset="-122"/>
              </a:rPr>
              <a:t>高斯</a:t>
            </a:r>
            <a:r>
              <a:rPr lang="zh-CN" altLang="en-US" sz="2800" dirty="0" smtClean="0">
                <a:latin typeface="微软雅黑" panose="020B0503020204020204" pitchFamily="34" charset="-122"/>
                <a:ea typeface="微软雅黑" panose="020B0503020204020204" pitchFamily="34" charset="-122"/>
              </a:rPr>
              <a:t>型</a:t>
            </a:r>
            <a:r>
              <a:rPr lang="zh-CN" altLang="zh-CN" sz="2800" dirty="0" smtClean="0">
                <a:latin typeface="微软雅黑" panose="020B0503020204020204" pitchFamily="34" charset="-122"/>
                <a:ea typeface="微软雅黑" panose="020B0503020204020204" pitchFamily="34" charset="-122"/>
              </a:rPr>
              <a:t>分布</a:t>
            </a:r>
            <a:r>
              <a:rPr lang="zh-CN" altLang="zh-CN" sz="2800" dirty="0">
                <a:latin typeface="微软雅黑" panose="020B0503020204020204" pitchFamily="34" charset="-122"/>
                <a:ea typeface="微软雅黑" panose="020B0503020204020204" pitchFamily="34" charset="-122"/>
              </a:rPr>
              <a:t>的稀疏异常值信号，运用</a:t>
            </a:r>
            <a:r>
              <a:rPr lang="en-US" altLang="zh-CN" sz="2800" dirty="0">
                <a:latin typeface="微软雅黑" panose="020B0503020204020204" pitchFamily="34" charset="-122"/>
                <a:ea typeface="微软雅黑" panose="020B0503020204020204" pitchFamily="34" charset="-122"/>
              </a:rPr>
              <a:t>RPCA</a:t>
            </a:r>
            <a:r>
              <a:rPr lang="zh-CN" altLang="zh-CN" sz="2800" dirty="0">
                <a:latin typeface="微软雅黑" panose="020B0503020204020204" pitchFamily="34" charset="-122"/>
                <a:ea typeface="微软雅黑" panose="020B0503020204020204" pitchFamily="34" charset="-122"/>
              </a:rPr>
              <a:t>方法将异常值噪声</a:t>
            </a:r>
            <a:r>
              <a:rPr lang="en-US" altLang="zh-CN" sz="2800" dirty="0">
                <a:latin typeface="微软雅黑" panose="020B0503020204020204" pitchFamily="34" charset="-122"/>
                <a:ea typeface="微软雅黑" panose="020B0503020204020204" pitchFamily="34" charset="-122"/>
              </a:rPr>
              <a:t>S</a:t>
            </a:r>
            <a:r>
              <a:rPr lang="zh-CN" altLang="zh-CN" sz="2800" dirty="0">
                <a:latin typeface="微软雅黑" panose="020B0503020204020204" pitchFamily="34" charset="-122"/>
                <a:ea typeface="微软雅黑" panose="020B0503020204020204" pitchFamily="34" charset="-122"/>
              </a:rPr>
              <a:t>从观测数据</a:t>
            </a:r>
            <a:r>
              <a:rPr lang="en-US" altLang="zh-CN" sz="2800" dirty="0">
                <a:latin typeface="微软雅黑" panose="020B0503020204020204" pitchFamily="34" charset="-122"/>
                <a:ea typeface="微软雅黑" panose="020B0503020204020204" pitchFamily="34" charset="-122"/>
              </a:rPr>
              <a:t>M</a:t>
            </a:r>
            <a:r>
              <a:rPr lang="zh-CN" altLang="zh-CN" sz="2800" dirty="0">
                <a:latin typeface="微软雅黑" panose="020B0503020204020204" pitchFamily="34" charset="-122"/>
                <a:ea typeface="微软雅黑" panose="020B0503020204020204" pitchFamily="34" charset="-122"/>
              </a:rPr>
              <a:t>中分离的问题可以归结为如下最小化问题，</a:t>
            </a:r>
          </a:p>
          <a:p>
            <a:pPr marL="0" indent="0" eaLnBrk="1" hangingPunct="1">
              <a:lnSpc>
                <a:spcPct val="120000"/>
              </a:lnSpc>
              <a:buFont typeface="Arial" panose="020B0604020202020204" pitchFamily="34" charset="0"/>
              <a:buNone/>
            </a:pPr>
            <a:r>
              <a:rPr lang="zh-CN" altLang="en-US" sz="2800" dirty="0">
                <a:latin typeface="微软雅黑" panose="020B0503020204020204" pitchFamily="34" charset="-122"/>
                <a:ea typeface="微软雅黑" panose="020B0503020204020204" pitchFamily="34" charset="-122"/>
                <a:sym typeface="Times New Roman" panose="02020603050405020304" pitchFamily="18" charset="0"/>
              </a:rPr>
              <a:t>       </a:t>
            </a:r>
          </a:p>
        </p:txBody>
      </p:sp>
      <p:sp>
        <p:nvSpPr>
          <p:cNvPr id="8198" name="Text Placeholder 292">
            <a:extLst>
              <a:ext uri="{FF2B5EF4-FFF2-40B4-BE49-F238E27FC236}">
                <a16:creationId xmlns:a16="http://schemas.microsoft.com/office/drawing/2014/main" id="{90EAC8DA-331D-4779-BD62-4F7B0EE0915E}"/>
              </a:ext>
            </a:extLst>
          </p:cNvPr>
          <p:cNvSpPr>
            <a:spLocks noGrp="1" noChangeArrowheads="1"/>
          </p:cNvSpPr>
          <p:nvPr>
            <p:ph sz="quarter" idx="4294967295"/>
          </p:nvPr>
        </p:nvSpPr>
        <p:spPr bwMode="auto">
          <a:xfrm>
            <a:off x="4446588" y="4181475"/>
            <a:ext cx="23842662" cy="1279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p>
            <a:pPr marL="0" indent="0" algn="ctr" eaLnBrk="1" hangingPunct="1">
              <a:lnSpc>
                <a:spcPct val="80000"/>
              </a:lnSpc>
              <a:buFont typeface="Arial" panose="020B0604020202020204" pitchFamily="34" charset="0"/>
              <a:buNone/>
            </a:pPr>
            <a:r>
              <a:rPr lang="zh-CN" altLang="en-US" sz="3600" noProof="1">
                <a:solidFill>
                  <a:schemeClr val="bg1"/>
                </a:solidFill>
                <a:latin typeface="微软雅黑" panose="020B0503020204020204" pitchFamily="34" charset="-122"/>
                <a:ea typeface="微软雅黑" panose="020B0503020204020204" pitchFamily="34" charset="-122"/>
              </a:rPr>
              <a:t>[1] 中国地质大学（北京）地球物理与信息技术学院，北京，100083</a:t>
            </a:r>
          </a:p>
          <a:p>
            <a:pPr marL="0" indent="0" algn="ctr" eaLnBrk="1" hangingPunct="1">
              <a:lnSpc>
                <a:spcPct val="110000"/>
              </a:lnSpc>
              <a:buFont typeface="Arial" panose="020B0604020202020204" pitchFamily="34" charset="0"/>
              <a:buNone/>
            </a:pPr>
            <a:endParaRPr lang="zh-CN" altLang="en-US" sz="3600" noProof="1">
              <a:solidFill>
                <a:schemeClr val="bg1"/>
              </a:solidFill>
              <a:latin typeface="微软雅黑" panose="020B0503020204020204" pitchFamily="34" charset="-122"/>
              <a:ea typeface="微软雅黑" panose="020B0503020204020204" pitchFamily="34" charset="-122"/>
            </a:endParaRPr>
          </a:p>
        </p:txBody>
      </p:sp>
      <p:sp>
        <p:nvSpPr>
          <p:cNvPr id="8199" name="Text Placeholder 293">
            <a:extLst>
              <a:ext uri="{FF2B5EF4-FFF2-40B4-BE49-F238E27FC236}">
                <a16:creationId xmlns:a16="http://schemas.microsoft.com/office/drawing/2014/main" id="{39961478-740E-4F9F-92AD-946963A29495}"/>
              </a:ext>
            </a:extLst>
          </p:cNvPr>
          <p:cNvSpPr>
            <a:spLocks noGrp="1" noChangeArrowheads="1"/>
          </p:cNvSpPr>
          <p:nvPr>
            <p:ph sz="quarter" idx="4294967295"/>
          </p:nvPr>
        </p:nvSpPr>
        <p:spPr bwMode="auto">
          <a:xfrm>
            <a:off x="4446588" y="2482850"/>
            <a:ext cx="23842662" cy="15621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indent="0" algn="ctr" eaLnBrk="1" hangingPunct="1">
              <a:buFont typeface="Arial" panose="020B0604020202020204" pitchFamily="34" charset="0"/>
              <a:buNone/>
            </a:pPr>
            <a:r>
              <a:rPr lang="zh-CN" altLang="en-US" sz="6000">
                <a:solidFill>
                  <a:schemeClr val="bg1"/>
                </a:solidFill>
                <a:latin typeface="微软雅黑" panose="020B0503020204020204" pitchFamily="34" charset="-122"/>
                <a:ea typeface="微软雅黑" panose="020B0503020204020204" pitchFamily="34" charset="-122"/>
              </a:rPr>
              <a:t>贾昊</a:t>
            </a:r>
            <a:r>
              <a:rPr lang="en-US" altLang="zh-CN" sz="6000" baseline="30000">
                <a:solidFill>
                  <a:schemeClr val="bg1"/>
                </a:solidFill>
                <a:latin typeface="微软雅黑" panose="020B0503020204020204" pitchFamily="34" charset="-122"/>
                <a:ea typeface="微软雅黑" panose="020B0503020204020204" pitchFamily="34" charset="-122"/>
              </a:rPr>
              <a:t>[1] </a:t>
            </a:r>
            <a:r>
              <a:rPr lang="zh-CN" altLang="en-US" sz="6000">
                <a:solidFill>
                  <a:schemeClr val="bg1"/>
                </a:solidFill>
                <a:latin typeface="微软雅黑" panose="020B0503020204020204" pitchFamily="34" charset="-122"/>
                <a:ea typeface="微软雅黑" panose="020B0503020204020204" pitchFamily="34" charset="-122"/>
              </a:rPr>
              <a:t>, 高建军</a:t>
            </a:r>
            <a:r>
              <a:rPr lang="en-US" altLang="zh-CN" sz="6000" baseline="30000">
                <a:solidFill>
                  <a:schemeClr val="bg1"/>
                </a:solidFill>
                <a:latin typeface="微软雅黑" panose="020B0503020204020204" pitchFamily="34" charset="-122"/>
                <a:ea typeface="微软雅黑" panose="020B0503020204020204" pitchFamily="34" charset="-122"/>
              </a:rPr>
              <a:t>[1] </a:t>
            </a:r>
            <a:r>
              <a:rPr lang="zh-CN" altLang="en-US" sz="6000">
                <a:solidFill>
                  <a:schemeClr val="bg1"/>
                </a:solidFill>
                <a:latin typeface="微软雅黑" panose="020B0503020204020204" pitchFamily="34" charset="-122"/>
                <a:ea typeface="微软雅黑" panose="020B0503020204020204" pitchFamily="34" charset="-122"/>
              </a:rPr>
              <a:t>, 苑益军</a:t>
            </a:r>
            <a:r>
              <a:rPr lang="en-US" altLang="zh-CN" sz="6000" baseline="30000">
                <a:solidFill>
                  <a:schemeClr val="bg1"/>
                </a:solidFill>
                <a:latin typeface="微软雅黑" panose="020B0503020204020204" pitchFamily="34" charset="-122"/>
                <a:ea typeface="微软雅黑" panose="020B0503020204020204" pitchFamily="34" charset="-122"/>
              </a:rPr>
              <a:t>[1] </a:t>
            </a:r>
          </a:p>
        </p:txBody>
      </p:sp>
      <p:sp>
        <p:nvSpPr>
          <p:cNvPr id="8200" name="Text Placeholder 294">
            <a:extLst>
              <a:ext uri="{FF2B5EF4-FFF2-40B4-BE49-F238E27FC236}">
                <a16:creationId xmlns:a16="http://schemas.microsoft.com/office/drawing/2014/main" id="{64282129-C993-4C80-8B01-1654910FF692}"/>
              </a:ext>
            </a:extLst>
          </p:cNvPr>
          <p:cNvSpPr>
            <a:spLocks noGrp="1" noChangeArrowheads="1"/>
          </p:cNvSpPr>
          <p:nvPr>
            <p:ph sz="quarter" idx="4294967295"/>
          </p:nvPr>
        </p:nvSpPr>
        <p:spPr bwMode="auto">
          <a:xfrm>
            <a:off x="2454275" y="581025"/>
            <a:ext cx="27736800" cy="23796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indent="0" algn="ctr" eaLnBrk="1" hangingPunct="1">
              <a:buFont typeface="Arial" panose="020B0604020202020204" pitchFamily="34" charset="0"/>
              <a:buNone/>
            </a:pPr>
            <a:r>
              <a:rPr lang="zh-CN" altLang="zh-CN" sz="8800" b="1">
                <a:solidFill>
                  <a:schemeClr val="bg1"/>
                </a:solidFill>
                <a:latin typeface="微软雅黑" panose="020B0503020204020204" pitchFamily="34" charset="-122"/>
                <a:ea typeface="微软雅黑" panose="020B0503020204020204" pitchFamily="34" charset="-122"/>
              </a:rPr>
              <a:t>基于</a:t>
            </a:r>
            <a:r>
              <a:rPr lang="zh-CN" altLang="en-US" sz="8800" b="1">
                <a:solidFill>
                  <a:schemeClr val="bg1"/>
                </a:solidFill>
                <a:latin typeface="微软雅黑" panose="020B0503020204020204" pitchFamily="34" charset="-122"/>
                <a:ea typeface="微软雅黑" panose="020B0503020204020204" pitchFamily="34" charset="-122"/>
              </a:rPr>
              <a:t>稳健主成分分析</a:t>
            </a:r>
            <a:r>
              <a:rPr lang="zh-CN" altLang="zh-CN" sz="8800" b="1">
                <a:solidFill>
                  <a:schemeClr val="bg1"/>
                </a:solidFill>
                <a:latin typeface="微软雅黑" panose="020B0503020204020204" pitchFamily="34" charset="-122"/>
                <a:ea typeface="微软雅黑" panose="020B0503020204020204" pitchFamily="34" charset="-122"/>
              </a:rPr>
              <a:t>的地震</a:t>
            </a:r>
            <a:r>
              <a:rPr lang="zh-CN" altLang="en-US" sz="8800" b="1">
                <a:solidFill>
                  <a:schemeClr val="bg1"/>
                </a:solidFill>
                <a:latin typeface="微软雅黑" panose="020B0503020204020204" pitchFamily="34" charset="-122"/>
                <a:ea typeface="微软雅黑" panose="020B0503020204020204" pitchFamily="34" charset="-122"/>
              </a:rPr>
              <a:t>数据异常值噪声压制</a:t>
            </a:r>
            <a:endParaRPr lang="zh-CN" altLang="zh-CN" sz="8800" b="1">
              <a:solidFill>
                <a:schemeClr val="bg1"/>
              </a:solidFill>
              <a:latin typeface="微软雅黑" panose="020B0503020204020204" pitchFamily="34" charset="-122"/>
              <a:ea typeface="微软雅黑" panose="020B0503020204020204" pitchFamily="34" charset="-122"/>
            </a:endParaRPr>
          </a:p>
        </p:txBody>
      </p:sp>
      <p:sp>
        <p:nvSpPr>
          <p:cNvPr id="8201" name="Text Placeholder 244">
            <a:extLst>
              <a:ext uri="{FF2B5EF4-FFF2-40B4-BE49-F238E27FC236}">
                <a16:creationId xmlns:a16="http://schemas.microsoft.com/office/drawing/2014/main" id="{B773E5EB-930A-4620-979D-AEE10E62E22C}"/>
              </a:ext>
            </a:extLst>
          </p:cNvPr>
          <p:cNvSpPr>
            <a:spLocks noGrp="1" noChangeArrowheads="1"/>
          </p:cNvSpPr>
          <p:nvPr>
            <p:ph sz="quarter" idx="4294967295"/>
          </p:nvPr>
        </p:nvSpPr>
        <p:spPr bwMode="auto">
          <a:xfrm>
            <a:off x="688975" y="7010400"/>
            <a:ext cx="15446375" cy="8429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10" tIns="93910" rIns="93910" bIns="93910" anchor="ctr">
            <a:spAutoFit/>
          </a:bodyPr>
          <a:lstStyle/>
          <a:p>
            <a:pPr marL="0" indent="0" algn="ctr" eaLnBrk="1" hangingPunct="1">
              <a:lnSpc>
                <a:spcPct val="90000"/>
              </a:lnSpc>
              <a:buFont typeface="Arial" panose="020B0604020202020204" pitchFamily="34" charset="0"/>
              <a:buNone/>
            </a:pPr>
            <a:r>
              <a:rPr lang="zh-CN" altLang="en-US" sz="4800" b="1" dirty="0">
                <a:solidFill>
                  <a:srgbClr val="2C3F71"/>
                </a:solidFill>
                <a:ea typeface="微软雅黑" panose="020B0503020204020204" pitchFamily="34" charset="-122"/>
              </a:rPr>
              <a:t> </a:t>
            </a:r>
          </a:p>
        </p:txBody>
      </p:sp>
      <p:sp>
        <p:nvSpPr>
          <p:cNvPr id="8202" name="流程图: 过程 4109">
            <a:extLst>
              <a:ext uri="{FF2B5EF4-FFF2-40B4-BE49-F238E27FC236}">
                <a16:creationId xmlns:a16="http://schemas.microsoft.com/office/drawing/2014/main" id="{1EDEDF95-42E5-43B2-B0F3-386E010D6DB5}"/>
              </a:ext>
            </a:extLst>
          </p:cNvPr>
          <p:cNvSpPr>
            <a:spLocks noChangeArrowheads="1"/>
          </p:cNvSpPr>
          <p:nvPr/>
        </p:nvSpPr>
        <p:spPr bwMode="auto">
          <a:xfrm>
            <a:off x="688975" y="7019925"/>
            <a:ext cx="3227388" cy="758825"/>
          </a:xfrm>
          <a:prstGeom prst="flowChartProcess">
            <a:avLst/>
          </a:prstGeom>
          <a:solidFill>
            <a:srgbClr val="00467F"/>
          </a:solidFill>
          <a:ln w="9525">
            <a:solidFill>
              <a:schemeClr val="tx1"/>
            </a:solidFill>
            <a:miter lim="800000"/>
            <a:headEnd/>
            <a:tailEnd/>
          </a:ln>
        </p:spPr>
        <p:txBody>
          <a:bodyPr wrap="none" anchor="ctr"/>
          <a:lstStyle>
            <a:lvl1pPr>
              <a:defRPr sz="8900">
                <a:solidFill>
                  <a:schemeClr val="tx1"/>
                </a:solidFill>
                <a:latin typeface="Arial" panose="020B0604020202020204" pitchFamily="34" charset="0"/>
                <a:ea typeface="宋体" panose="02010600030101010101" pitchFamily="2" charset="-122"/>
              </a:defRPr>
            </a:lvl1pPr>
            <a:lvl2pPr marL="742950" indent="-285750">
              <a:defRPr sz="8900">
                <a:solidFill>
                  <a:schemeClr val="tx1"/>
                </a:solidFill>
                <a:latin typeface="Arial" panose="020B0604020202020204" pitchFamily="34" charset="0"/>
                <a:ea typeface="宋体" panose="02010600030101010101" pitchFamily="2" charset="-122"/>
              </a:defRPr>
            </a:lvl2pPr>
            <a:lvl3pPr marL="1143000" indent="-228600">
              <a:defRPr sz="8900">
                <a:solidFill>
                  <a:schemeClr val="tx1"/>
                </a:solidFill>
                <a:latin typeface="Arial" panose="020B0604020202020204" pitchFamily="34" charset="0"/>
                <a:ea typeface="宋体" panose="02010600030101010101" pitchFamily="2" charset="-122"/>
              </a:defRPr>
            </a:lvl3pPr>
            <a:lvl4pPr marL="1600200" indent="-228600">
              <a:defRPr sz="8900">
                <a:solidFill>
                  <a:schemeClr val="tx1"/>
                </a:solidFill>
                <a:latin typeface="Arial" panose="020B0604020202020204" pitchFamily="34" charset="0"/>
                <a:ea typeface="宋体" panose="02010600030101010101" pitchFamily="2" charset="-122"/>
              </a:defRPr>
            </a:lvl4pPr>
            <a:lvl5pPr marL="2057400" indent="-228600">
              <a:defRPr sz="8900">
                <a:solidFill>
                  <a:schemeClr val="tx1"/>
                </a:solidFill>
                <a:latin typeface="Arial" panose="020B0604020202020204" pitchFamily="34" charset="0"/>
                <a:ea typeface="宋体" panose="02010600030101010101" pitchFamily="2" charset="-122"/>
              </a:defRPr>
            </a:lvl5pPr>
            <a:lvl6pPr marL="25146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6pPr>
            <a:lvl7pPr marL="29718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7pPr>
            <a:lvl8pPr marL="34290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8pPr>
            <a:lvl9pPr marL="38862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800">
                <a:solidFill>
                  <a:schemeClr val="bg1"/>
                </a:solidFill>
                <a:latin typeface="微软雅黑" panose="020B0503020204020204" pitchFamily="34" charset="-122"/>
                <a:ea typeface="微软雅黑" panose="020B0503020204020204" pitchFamily="34" charset="-122"/>
              </a:rPr>
              <a:t>引言</a:t>
            </a:r>
          </a:p>
        </p:txBody>
      </p:sp>
      <p:sp>
        <p:nvSpPr>
          <p:cNvPr id="8203" name="流程图: 过程 4112">
            <a:extLst>
              <a:ext uri="{FF2B5EF4-FFF2-40B4-BE49-F238E27FC236}">
                <a16:creationId xmlns:a16="http://schemas.microsoft.com/office/drawing/2014/main" id="{4C28DC4D-48D5-4A98-BFF4-16909FEEA056}"/>
              </a:ext>
            </a:extLst>
          </p:cNvPr>
          <p:cNvSpPr>
            <a:spLocks noChangeArrowheads="1"/>
          </p:cNvSpPr>
          <p:nvPr/>
        </p:nvSpPr>
        <p:spPr bwMode="auto">
          <a:xfrm>
            <a:off x="700088" y="10780713"/>
            <a:ext cx="3227387" cy="757237"/>
          </a:xfrm>
          <a:prstGeom prst="flowChartProcess">
            <a:avLst/>
          </a:prstGeom>
          <a:solidFill>
            <a:srgbClr val="00467F"/>
          </a:solidFill>
          <a:ln w="9525">
            <a:solidFill>
              <a:schemeClr val="tx1"/>
            </a:solidFill>
            <a:miter lim="800000"/>
            <a:headEnd/>
            <a:tailEnd/>
          </a:ln>
        </p:spPr>
        <p:txBody>
          <a:bodyPr wrap="none" anchor="ctr"/>
          <a:lstStyle>
            <a:lvl1pPr>
              <a:defRPr sz="8900">
                <a:solidFill>
                  <a:schemeClr val="tx1"/>
                </a:solidFill>
                <a:latin typeface="Arial" panose="020B0604020202020204" pitchFamily="34" charset="0"/>
                <a:ea typeface="宋体" panose="02010600030101010101" pitchFamily="2" charset="-122"/>
              </a:defRPr>
            </a:lvl1pPr>
            <a:lvl2pPr marL="742950" indent="-285750">
              <a:defRPr sz="8900">
                <a:solidFill>
                  <a:schemeClr val="tx1"/>
                </a:solidFill>
                <a:latin typeface="Arial" panose="020B0604020202020204" pitchFamily="34" charset="0"/>
                <a:ea typeface="宋体" panose="02010600030101010101" pitchFamily="2" charset="-122"/>
              </a:defRPr>
            </a:lvl2pPr>
            <a:lvl3pPr marL="1143000" indent="-228600">
              <a:defRPr sz="8900">
                <a:solidFill>
                  <a:schemeClr val="tx1"/>
                </a:solidFill>
                <a:latin typeface="Arial" panose="020B0604020202020204" pitchFamily="34" charset="0"/>
                <a:ea typeface="宋体" panose="02010600030101010101" pitchFamily="2" charset="-122"/>
              </a:defRPr>
            </a:lvl3pPr>
            <a:lvl4pPr marL="1600200" indent="-228600">
              <a:defRPr sz="8900">
                <a:solidFill>
                  <a:schemeClr val="tx1"/>
                </a:solidFill>
                <a:latin typeface="Arial" panose="020B0604020202020204" pitchFamily="34" charset="0"/>
                <a:ea typeface="宋体" panose="02010600030101010101" pitchFamily="2" charset="-122"/>
              </a:defRPr>
            </a:lvl4pPr>
            <a:lvl5pPr marL="2057400" indent="-228600">
              <a:defRPr sz="8900">
                <a:solidFill>
                  <a:schemeClr val="tx1"/>
                </a:solidFill>
                <a:latin typeface="Arial" panose="020B0604020202020204" pitchFamily="34" charset="0"/>
                <a:ea typeface="宋体" panose="02010600030101010101" pitchFamily="2" charset="-122"/>
              </a:defRPr>
            </a:lvl5pPr>
            <a:lvl6pPr marL="25146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6pPr>
            <a:lvl7pPr marL="29718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7pPr>
            <a:lvl8pPr marL="34290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8pPr>
            <a:lvl9pPr marL="38862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800">
                <a:solidFill>
                  <a:schemeClr val="bg1"/>
                </a:solidFill>
                <a:latin typeface="微软雅黑" panose="020B0503020204020204" pitchFamily="34" charset="-122"/>
                <a:ea typeface="微软雅黑" panose="020B0503020204020204" pitchFamily="34" charset="-122"/>
              </a:rPr>
              <a:t>方法原理</a:t>
            </a:r>
          </a:p>
        </p:txBody>
      </p:sp>
      <p:sp>
        <p:nvSpPr>
          <p:cNvPr id="8204" name="Text Placeholder 252">
            <a:extLst>
              <a:ext uri="{FF2B5EF4-FFF2-40B4-BE49-F238E27FC236}">
                <a16:creationId xmlns:a16="http://schemas.microsoft.com/office/drawing/2014/main" id="{649FF8C7-B044-4E67-9584-4A8CF819C232}"/>
              </a:ext>
            </a:extLst>
          </p:cNvPr>
          <p:cNvSpPr>
            <a:spLocks noGrp="1" noChangeArrowheads="1"/>
          </p:cNvSpPr>
          <p:nvPr/>
        </p:nvSpPr>
        <p:spPr bwMode="auto">
          <a:xfrm>
            <a:off x="750888" y="34799588"/>
            <a:ext cx="15436850" cy="75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10" tIns="93910" rIns="93910" bIns="93910" anchor="ctr">
            <a:spAutoFit/>
          </a:bodyPr>
          <a:lstStyle>
            <a:lvl1pPr>
              <a:defRPr sz="8900">
                <a:solidFill>
                  <a:schemeClr val="tx1"/>
                </a:solidFill>
                <a:latin typeface="Arial" panose="020B0604020202020204" pitchFamily="34" charset="0"/>
                <a:ea typeface="宋体" panose="02010600030101010101" pitchFamily="2" charset="-122"/>
              </a:defRPr>
            </a:lvl1pPr>
            <a:lvl2pPr marL="742950" indent="-285750">
              <a:defRPr sz="8900">
                <a:solidFill>
                  <a:schemeClr val="tx1"/>
                </a:solidFill>
                <a:latin typeface="Arial" panose="020B0604020202020204" pitchFamily="34" charset="0"/>
                <a:ea typeface="宋体" panose="02010600030101010101" pitchFamily="2" charset="-122"/>
              </a:defRPr>
            </a:lvl2pPr>
            <a:lvl3pPr marL="1143000" indent="-228600">
              <a:defRPr sz="8900">
                <a:solidFill>
                  <a:schemeClr val="tx1"/>
                </a:solidFill>
                <a:latin typeface="Arial" panose="020B0604020202020204" pitchFamily="34" charset="0"/>
                <a:ea typeface="宋体" panose="02010600030101010101" pitchFamily="2" charset="-122"/>
              </a:defRPr>
            </a:lvl3pPr>
            <a:lvl4pPr marL="1600200" indent="-228600">
              <a:defRPr sz="8900">
                <a:solidFill>
                  <a:schemeClr val="tx1"/>
                </a:solidFill>
                <a:latin typeface="Arial" panose="020B0604020202020204" pitchFamily="34" charset="0"/>
                <a:ea typeface="宋体" panose="02010600030101010101" pitchFamily="2" charset="-122"/>
              </a:defRPr>
            </a:lvl4pPr>
            <a:lvl5pPr marL="2057400" indent="-228600">
              <a:defRPr sz="8900">
                <a:solidFill>
                  <a:schemeClr val="tx1"/>
                </a:solidFill>
                <a:latin typeface="Arial" panose="020B0604020202020204" pitchFamily="34" charset="0"/>
                <a:ea typeface="宋体" panose="02010600030101010101" pitchFamily="2" charset="-122"/>
              </a:defRPr>
            </a:lvl5pPr>
            <a:lvl6pPr marL="25146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6pPr>
            <a:lvl7pPr marL="29718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7pPr>
            <a:lvl8pPr marL="34290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8pPr>
            <a:lvl9pPr marL="38862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20000"/>
              </a:spcBef>
              <a:buSzPct val="25000"/>
              <a:buFont typeface="Arial" panose="020B0604020202020204" pitchFamily="34" charset="0"/>
              <a:buNone/>
            </a:pPr>
            <a:r>
              <a:rPr lang="zh-CN" altLang="en-US" sz="4100" b="1" u="sng">
                <a:solidFill>
                  <a:srgbClr val="2C3F71"/>
                </a:solidFill>
                <a:latin typeface="Calibri" panose="020F0502020204030204" pitchFamily="34" charset="0"/>
                <a:sym typeface="Calibri" panose="020F0502020204030204" pitchFamily="34" charset="0"/>
              </a:rPr>
              <a:t> </a:t>
            </a:r>
          </a:p>
        </p:txBody>
      </p:sp>
      <p:sp>
        <p:nvSpPr>
          <p:cNvPr id="8205" name="Text Placeholder 253">
            <a:extLst>
              <a:ext uri="{FF2B5EF4-FFF2-40B4-BE49-F238E27FC236}">
                <a16:creationId xmlns:a16="http://schemas.microsoft.com/office/drawing/2014/main" id="{4D5EE90D-8547-4B24-9391-3E13202C74D0}"/>
              </a:ext>
            </a:extLst>
          </p:cNvPr>
          <p:cNvSpPr>
            <a:spLocks noGrp="1" noChangeArrowheads="1"/>
          </p:cNvSpPr>
          <p:nvPr/>
        </p:nvSpPr>
        <p:spPr bwMode="auto">
          <a:xfrm>
            <a:off x="703263" y="21513800"/>
            <a:ext cx="15443200" cy="517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34774" tIns="234774" rIns="234774" bIns="234774">
            <a:spAutoFit/>
          </a:bodyPr>
          <a:lstStyle>
            <a:lvl1pPr>
              <a:defRPr sz="8900">
                <a:solidFill>
                  <a:schemeClr val="tx1"/>
                </a:solidFill>
                <a:latin typeface="Arial" panose="020B0604020202020204" pitchFamily="34" charset="0"/>
                <a:ea typeface="宋体" panose="02010600030101010101" pitchFamily="2" charset="-122"/>
              </a:defRPr>
            </a:lvl1pPr>
            <a:lvl2pPr marL="742950" indent="-285750">
              <a:defRPr sz="8900">
                <a:solidFill>
                  <a:schemeClr val="tx1"/>
                </a:solidFill>
                <a:latin typeface="Arial" panose="020B0604020202020204" pitchFamily="34" charset="0"/>
                <a:ea typeface="宋体" panose="02010600030101010101" pitchFamily="2" charset="-122"/>
              </a:defRPr>
            </a:lvl2pPr>
            <a:lvl3pPr marL="1143000" indent="-228600">
              <a:defRPr sz="8900">
                <a:solidFill>
                  <a:schemeClr val="tx1"/>
                </a:solidFill>
                <a:latin typeface="Arial" panose="020B0604020202020204" pitchFamily="34" charset="0"/>
                <a:ea typeface="宋体" panose="02010600030101010101" pitchFamily="2" charset="-122"/>
              </a:defRPr>
            </a:lvl3pPr>
            <a:lvl4pPr marL="1600200" indent="-228600">
              <a:defRPr sz="8900">
                <a:solidFill>
                  <a:schemeClr val="tx1"/>
                </a:solidFill>
                <a:latin typeface="Arial" panose="020B0604020202020204" pitchFamily="34" charset="0"/>
                <a:ea typeface="宋体" panose="02010600030101010101" pitchFamily="2" charset="-122"/>
              </a:defRPr>
            </a:lvl4pPr>
            <a:lvl5pPr marL="2057400" indent="-228600">
              <a:defRPr sz="8900">
                <a:solidFill>
                  <a:schemeClr val="tx1"/>
                </a:solidFill>
                <a:latin typeface="Arial" panose="020B0604020202020204" pitchFamily="34" charset="0"/>
                <a:ea typeface="宋体" panose="02010600030101010101" pitchFamily="2" charset="-122"/>
              </a:defRPr>
            </a:lvl5pPr>
            <a:lvl6pPr marL="25146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6pPr>
            <a:lvl7pPr marL="29718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7pPr>
            <a:lvl8pPr marL="34290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8pPr>
            <a:lvl9pPr marL="38862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9pPr>
          </a:lstStyle>
          <a:p>
            <a:pPr>
              <a:lnSpc>
                <a:spcPct val="120000"/>
              </a:lnSpc>
              <a:spcBef>
                <a:spcPct val="20000"/>
              </a:spcBef>
              <a:buSzPct val="25000"/>
              <a:buFont typeface="Arial" panose="020B0604020202020204" pitchFamily="34" charset="0"/>
              <a:buNone/>
            </a:pP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       </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为了验证本文方法的有效性，分别合成三维线性轴模型、三维弯曲轴模型</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以及实际叠</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前</a:t>
            </a: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CDP</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道</a:t>
            </a:r>
            <a:r>
              <a:rPr lang="zh-CN" altLang="zh-CN" sz="2800" dirty="0" smtClean="0">
                <a:latin typeface="微软雅黑" panose="020B0503020204020204" pitchFamily="34" charset="-122"/>
                <a:ea typeface="微软雅黑" panose="020B0503020204020204" pitchFamily="34" charset="-122"/>
                <a:sym typeface="Calibri" panose="020F0502020204030204" pitchFamily="34" charset="0"/>
              </a:rPr>
              <a:t>集数据</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进行效果验证。模型一为含异常值噪声的三维线性轴数据，空间</a:t>
            </a: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X</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和</a:t>
            </a: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Y</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方向各有</a:t>
            </a: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64</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道，合成记录采用的雷克子波主频为</a:t>
            </a: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20Hz</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，异常值振幅大小为有效信号的</a:t>
            </a: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2-3</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倍。采用本文的稳健主成分分析方法进行压噪处理并与传统</a:t>
            </a: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F-XY</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预测滤波法进行效果对比。图</a:t>
            </a: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1-</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图</a:t>
            </a: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6</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分别为三维线性轴的实验结果切片显示。模型二为含异常值噪声的三维弯曲轴模型数据，大小同模型一，实验结果如图</a:t>
            </a: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7-</a:t>
            </a:r>
            <a:r>
              <a:rPr lang="zh-CN" altLang="en-US" sz="2800" dirty="0">
                <a:latin typeface="微软雅黑" panose="020B0503020204020204" pitchFamily="34" charset="-122"/>
                <a:ea typeface="微软雅黑" panose="020B0503020204020204" pitchFamily="34" charset="-122"/>
                <a:sym typeface="Calibri" panose="020F0502020204030204" pitchFamily="34" charset="0"/>
              </a:rPr>
              <a:t>图</a:t>
            </a: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12</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所示。本文也将该方法应用于某煤田二维叠前</a:t>
            </a: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CDP</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道集的异常值噪声压制处理，该数据包含</a:t>
            </a: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30</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个共</a:t>
            </a: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CDP</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点道集，经动校正后，在</a:t>
            </a: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0.05s-4.0s</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区间存在较强的异常值噪声干扰。采用稳健主成分分析法对异常值噪声进行压制处理，结果如图</a:t>
            </a: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14-16</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所示。</a:t>
            </a:r>
          </a:p>
          <a:p>
            <a:pPr eaLnBrk="1" hangingPunct="1">
              <a:lnSpc>
                <a:spcPct val="120000"/>
              </a:lnSpc>
              <a:spcBef>
                <a:spcPct val="20000"/>
              </a:spcBef>
              <a:buSzPct val="25000"/>
              <a:buFont typeface="Arial" panose="020B0604020202020204" pitchFamily="34" charset="0"/>
              <a:buNone/>
            </a:pPr>
            <a:endParaRPr lang="zh-CN" altLang="en-US" sz="2800" dirty="0">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8206" name="流程图: 过程 4117">
            <a:extLst>
              <a:ext uri="{FF2B5EF4-FFF2-40B4-BE49-F238E27FC236}">
                <a16:creationId xmlns:a16="http://schemas.microsoft.com/office/drawing/2014/main" id="{3DC3CBF5-88DF-42CD-825F-99DE7A1D430D}"/>
              </a:ext>
            </a:extLst>
          </p:cNvPr>
          <p:cNvSpPr>
            <a:spLocks noChangeArrowheads="1"/>
          </p:cNvSpPr>
          <p:nvPr/>
        </p:nvSpPr>
        <p:spPr bwMode="auto">
          <a:xfrm>
            <a:off x="674688" y="20694990"/>
            <a:ext cx="7200900" cy="757238"/>
          </a:xfrm>
          <a:prstGeom prst="flowChartProcess">
            <a:avLst/>
          </a:prstGeom>
          <a:solidFill>
            <a:srgbClr val="00467F"/>
          </a:solidFill>
          <a:ln w="9525">
            <a:solidFill>
              <a:schemeClr val="tx1"/>
            </a:solidFill>
            <a:miter lim="800000"/>
            <a:headEnd/>
            <a:tailEnd/>
          </a:ln>
        </p:spPr>
        <p:txBody>
          <a:bodyPr wrap="none" lIns="90170" tIns="46990" rIns="90170" bIns="46990" anchor="ctr"/>
          <a:lstStyle>
            <a:lvl1pPr>
              <a:defRPr sz="8900">
                <a:solidFill>
                  <a:schemeClr val="tx1"/>
                </a:solidFill>
                <a:latin typeface="Arial" panose="020B0604020202020204" pitchFamily="34" charset="0"/>
                <a:ea typeface="宋体" panose="02010600030101010101" pitchFamily="2" charset="-122"/>
              </a:defRPr>
            </a:lvl1pPr>
            <a:lvl2pPr marL="742950" indent="-285750">
              <a:defRPr sz="8900">
                <a:solidFill>
                  <a:schemeClr val="tx1"/>
                </a:solidFill>
                <a:latin typeface="Arial" panose="020B0604020202020204" pitchFamily="34" charset="0"/>
                <a:ea typeface="宋体" panose="02010600030101010101" pitchFamily="2" charset="-122"/>
              </a:defRPr>
            </a:lvl2pPr>
            <a:lvl3pPr marL="1143000" indent="-228600">
              <a:defRPr sz="8900">
                <a:solidFill>
                  <a:schemeClr val="tx1"/>
                </a:solidFill>
                <a:latin typeface="Arial" panose="020B0604020202020204" pitchFamily="34" charset="0"/>
                <a:ea typeface="宋体" panose="02010600030101010101" pitchFamily="2" charset="-122"/>
              </a:defRPr>
            </a:lvl3pPr>
            <a:lvl4pPr marL="1600200" indent="-228600">
              <a:defRPr sz="8900">
                <a:solidFill>
                  <a:schemeClr val="tx1"/>
                </a:solidFill>
                <a:latin typeface="Arial" panose="020B0604020202020204" pitchFamily="34" charset="0"/>
                <a:ea typeface="宋体" panose="02010600030101010101" pitchFamily="2" charset="-122"/>
              </a:defRPr>
            </a:lvl4pPr>
            <a:lvl5pPr marL="2057400" indent="-228600">
              <a:defRPr sz="8900">
                <a:solidFill>
                  <a:schemeClr val="tx1"/>
                </a:solidFill>
                <a:latin typeface="Arial" panose="020B0604020202020204" pitchFamily="34" charset="0"/>
                <a:ea typeface="宋体" panose="02010600030101010101" pitchFamily="2" charset="-122"/>
              </a:defRPr>
            </a:lvl5pPr>
            <a:lvl6pPr marL="25146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6pPr>
            <a:lvl7pPr marL="29718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7pPr>
            <a:lvl8pPr marL="34290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8pPr>
            <a:lvl9pPr marL="38862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800" dirty="0">
                <a:solidFill>
                  <a:schemeClr val="bg1"/>
                </a:solidFill>
                <a:latin typeface="微软雅黑" panose="020B0503020204020204" pitchFamily="34" charset="-122"/>
                <a:ea typeface="微软雅黑" panose="020B0503020204020204" pitchFamily="34" charset="-122"/>
              </a:rPr>
              <a:t>模型和实际资料处理试验</a:t>
            </a:r>
          </a:p>
        </p:txBody>
      </p:sp>
      <p:sp>
        <p:nvSpPr>
          <p:cNvPr id="8207" name="流程图: 过程 4137">
            <a:extLst>
              <a:ext uri="{FF2B5EF4-FFF2-40B4-BE49-F238E27FC236}">
                <a16:creationId xmlns:a16="http://schemas.microsoft.com/office/drawing/2014/main" id="{4C7C5AE8-C6F6-492A-8C91-07513E01A3DE}"/>
              </a:ext>
            </a:extLst>
          </p:cNvPr>
          <p:cNvSpPr>
            <a:spLocks noChangeArrowheads="1"/>
          </p:cNvSpPr>
          <p:nvPr/>
        </p:nvSpPr>
        <p:spPr bwMode="auto">
          <a:xfrm>
            <a:off x="16597313" y="34163903"/>
            <a:ext cx="3228975" cy="757238"/>
          </a:xfrm>
          <a:prstGeom prst="flowChartProcess">
            <a:avLst/>
          </a:prstGeom>
          <a:solidFill>
            <a:srgbClr val="00467F"/>
          </a:solidFill>
          <a:ln w="9525">
            <a:solidFill>
              <a:schemeClr val="tx1"/>
            </a:solidFill>
            <a:miter lim="800000"/>
            <a:headEnd/>
            <a:tailEnd/>
          </a:ln>
        </p:spPr>
        <p:txBody>
          <a:bodyPr wrap="none" anchor="ctr"/>
          <a:lstStyle>
            <a:lvl1pPr>
              <a:defRPr sz="8900">
                <a:solidFill>
                  <a:schemeClr val="tx1"/>
                </a:solidFill>
                <a:latin typeface="Arial" panose="020B0604020202020204" pitchFamily="34" charset="0"/>
                <a:ea typeface="宋体" panose="02010600030101010101" pitchFamily="2" charset="-122"/>
              </a:defRPr>
            </a:lvl1pPr>
            <a:lvl2pPr marL="742950" indent="-285750">
              <a:defRPr sz="8900">
                <a:solidFill>
                  <a:schemeClr val="tx1"/>
                </a:solidFill>
                <a:latin typeface="Arial" panose="020B0604020202020204" pitchFamily="34" charset="0"/>
                <a:ea typeface="宋体" panose="02010600030101010101" pitchFamily="2" charset="-122"/>
              </a:defRPr>
            </a:lvl2pPr>
            <a:lvl3pPr marL="1143000" indent="-228600">
              <a:defRPr sz="8900">
                <a:solidFill>
                  <a:schemeClr val="tx1"/>
                </a:solidFill>
                <a:latin typeface="Arial" panose="020B0604020202020204" pitchFamily="34" charset="0"/>
                <a:ea typeface="宋体" panose="02010600030101010101" pitchFamily="2" charset="-122"/>
              </a:defRPr>
            </a:lvl3pPr>
            <a:lvl4pPr marL="1600200" indent="-228600">
              <a:defRPr sz="8900">
                <a:solidFill>
                  <a:schemeClr val="tx1"/>
                </a:solidFill>
                <a:latin typeface="Arial" panose="020B0604020202020204" pitchFamily="34" charset="0"/>
                <a:ea typeface="宋体" panose="02010600030101010101" pitchFamily="2" charset="-122"/>
              </a:defRPr>
            </a:lvl4pPr>
            <a:lvl5pPr marL="2057400" indent="-228600">
              <a:defRPr sz="8900">
                <a:solidFill>
                  <a:schemeClr val="tx1"/>
                </a:solidFill>
                <a:latin typeface="Arial" panose="020B0604020202020204" pitchFamily="34" charset="0"/>
                <a:ea typeface="宋体" panose="02010600030101010101" pitchFamily="2" charset="-122"/>
              </a:defRPr>
            </a:lvl5pPr>
            <a:lvl6pPr marL="25146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6pPr>
            <a:lvl7pPr marL="29718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7pPr>
            <a:lvl8pPr marL="34290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8pPr>
            <a:lvl9pPr marL="38862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800" dirty="0">
                <a:solidFill>
                  <a:schemeClr val="bg1"/>
                </a:solidFill>
                <a:latin typeface="微软雅黑" panose="020B0503020204020204" pitchFamily="34" charset="-122"/>
                <a:ea typeface="微软雅黑" panose="020B0503020204020204" pitchFamily="34" charset="-122"/>
              </a:rPr>
              <a:t>结论</a:t>
            </a:r>
          </a:p>
        </p:txBody>
      </p:sp>
      <p:sp>
        <p:nvSpPr>
          <p:cNvPr id="8208" name="流程图: 过程 4140">
            <a:extLst>
              <a:ext uri="{FF2B5EF4-FFF2-40B4-BE49-F238E27FC236}">
                <a16:creationId xmlns:a16="http://schemas.microsoft.com/office/drawing/2014/main" id="{5A57D092-20CC-4AD6-8048-57C616E682FF}"/>
              </a:ext>
            </a:extLst>
          </p:cNvPr>
          <p:cNvSpPr>
            <a:spLocks noChangeArrowheads="1"/>
          </p:cNvSpPr>
          <p:nvPr/>
        </p:nvSpPr>
        <p:spPr bwMode="auto">
          <a:xfrm>
            <a:off x="16619538" y="39532719"/>
            <a:ext cx="3225800" cy="757237"/>
          </a:xfrm>
          <a:prstGeom prst="flowChartProcess">
            <a:avLst/>
          </a:prstGeom>
          <a:solidFill>
            <a:srgbClr val="00467F"/>
          </a:solidFill>
          <a:ln w="9525">
            <a:solidFill>
              <a:schemeClr val="tx1"/>
            </a:solidFill>
            <a:miter lim="800000"/>
            <a:headEnd/>
            <a:tailEnd/>
          </a:ln>
        </p:spPr>
        <p:txBody>
          <a:bodyPr wrap="none" anchor="ctr"/>
          <a:lstStyle>
            <a:lvl1pPr>
              <a:defRPr sz="8900">
                <a:solidFill>
                  <a:schemeClr val="tx1"/>
                </a:solidFill>
                <a:latin typeface="Arial" panose="020B0604020202020204" pitchFamily="34" charset="0"/>
                <a:ea typeface="宋体" panose="02010600030101010101" pitchFamily="2" charset="-122"/>
              </a:defRPr>
            </a:lvl1pPr>
            <a:lvl2pPr marL="742950" indent="-285750">
              <a:defRPr sz="8900">
                <a:solidFill>
                  <a:schemeClr val="tx1"/>
                </a:solidFill>
                <a:latin typeface="Arial" panose="020B0604020202020204" pitchFamily="34" charset="0"/>
                <a:ea typeface="宋体" panose="02010600030101010101" pitchFamily="2" charset="-122"/>
              </a:defRPr>
            </a:lvl2pPr>
            <a:lvl3pPr marL="1143000" indent="-228600">
              <a:defRPr sz="8900">
                <a:solidFill>
                  <a:schemeClr val="tx1"/>
                </a:solidFill>
                <a:latin typeface="Arial" panose="020B0604020202020204" pitchFamily="34" charset="0"/>
                <a:ea typeface="宋体" panose="02010600030101010101" pitchFamily="2" charset="-122"/>
              </a:defRPr>
            </a:lvl3pPr>
            <a:lvl4pPr marL="1600200" indent="-228600">
              <a:defRPr sz="8900">
                <a:solidFill>
                  <a:schemeClr val="tx1"/>
                </a:solidFill>
                <a:latin typeface="Arial" panose="020B0604020202020204" pitchFamily="34" charset="0"/>
                <a:ea typeface="宋体" panose="02010600030101010101" pitchFamily="2" charset="-122"/>
              </a:defRPr>
            </a:lvl4pPr>
            <a:lvl5pPr marL="2057400" indent="-228600">
              <a:defRPr sz="8900">
                <a:solidFill>
                  <a:schemeClr val="tx1"/>
                </a:solidFill>
                <a:latin typeface="Arial" panose="020B0604020202020204" pitchFamily="34" charset="0"/>
                <a:ea typeface="宋体" panose="02010600030101010101" pitchFamily="2" charset="-122"/>
              </a:defRPr>
            </a:lvl5pPr>
            <a:lvl6pPr marL="25146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6pPr>
            <a:lvl7pPr marL="29718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7pPr>
            <a:lvl8pPr marL="34290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8pPr>
            <a:lvl9pPr marL="38862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800" dirty="0">
                <a:solidFill>
                  <a:schemeClr val="bg1"/>
                </a:solidFill>
                <a:latin typeface="微软雅黑" panose="020B0503020204020204" pitchFamily="34" charset="-122"/>
                <a:ea typeface="微软雅黑" panose="020B0503020204020204" pitchFamily="34" charset="-122"/>
              </a:rPr>
              <a:t>参考文献</a:t>
            </a:r>
          </a:p>
        </p:txBody>
      </p:sp>
      <p:sp>
        <p:nvSpPr>
          <p:cNvPr id="8209" name="Text Placeholder 253">
            <a:extLst>
              <a:ext uri="{FF2B5EF4-FFF2-40B4-BE49-F238E27FC236}">
                <a16:creationId xmlns:a16="http://schemas.microsoft.com/office/drawing/2014/main" id="{419E9BB7-151C-4CFF-A910-93ACBA7094F1}"/>
              </a:ext>
            </a:extLst>
          </p:cNvPr>
          <p:cNvSpPr>
            <a:spLocks noGrp="1" noChangeArrowheads="1"/>
          </p:cNvSpPr>
          <p:nvPr/>
        </p:nvSpPr>
        <p:spPr bwMode="auto">
          <a:xfrm>
            <a:off x="16576675" y="40409018"/>
            <a:ext cx="15444788" cy="228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34774" tIns="234774" rIns="234774" bIns="234774">
            <a:spAutoFit/>
          </a:bodyPr>
          <a:lstStyle>
            <a:lvl1pPr>
              <a:defRPr sz="8900">
                <a:solidFill>
                  <a:schemeClr val="tx1"/>
                </a:solidFill>
                <a:latin typeface="Arial" panose="020B0604020202020204" pitchFamily="34" charset="0"/>
                <a:ea typeface="宋体" panose="02010600030101010101" pitchFamily="2" charset="-122"/>
              </a:defRPr>
            </a:lvl1pPr>
            <a:lvl2pPr marL="742950" indent="-285750">
              <a:defRPr sz="8900">
                <a:solidFill>
                  <a:schemeClr val="tx1"/>
                </a:solidFill>
                <a:latin typeface="Arial" panose="020B0604020202020204" pitchFamily="34" charset="0"/>
                <a:ea typeface="宋体" panose="02010600030101010101" pitchFamily="2" charset="-122"/>
              </a:defRPr>
            </a:lvl2pPr>
            <a:lvl3pPr marL="1143000" indent="-228600">
              <a:defRPr sz="8900">
                <a:solidFill>
                  <a:schemeClr val="tx1"/>
                </a:solidFill>
                <a:latin typeface="Arial" panose="020B0604020202020204" pitchFamily="34" charset="0"/>
                <a:ea typeface="宋体" panose="02010600030101010101" pitchFamily="2" charset="-122"/>
              </a:defRPr>
            </a:lvl3pPr>
            <a:lvl4pPr marL="1600200" indent="-228600">
              <a:defRPr sz="8900">
                <a:solidFill>
                  <a:schemeClr val="tx1"/>
                </a:solidFill>
                <a:latin typeface="Arial" panose="020B0604020202020204" pitchFamily="34" charset="0"/>
                <a:ea typeface="宋体" panose="02010600030101010101" pitchFamily="2" charset="-122"/>
              </a:defRPr>
            </a:lvl4pPr>
            <a:lvl5pPr marL="2057400" indent="-228600">
              <a:defRPr sz="8900">
                <a:solidFill>
                  <a:schemeClr val="tx1"/>
                </a:solidFill>
                <a:latin typeface="Arial" panose="020B0604020202020204" pitchFamily="34" charset="0"/>
                <a:ea typeface="宋体" panose="02010600030101010101" pitchFamily="2" charset="-122"/>
              </a:defRPr>
            </a:lvl5pPr>
            <a:lvl6pPr marL="25146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6pPr>
            <a:lvl7pPr marL="29718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7pPr>
            <a:lvl8pPr marL="34290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8pPr>
            <a:lvl9pPr marL="38862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25000"/>
              <a:buFont typeface="Arial" panose="020B0604020202020204" pitchFamily="34" charset="0"/>
              <a:buNone/>
            </a:pPr>
            <a:r>
              <a:rPr lang="en-US" altLang="zh-CN" sz="2800" dirty="0">
                <a:latin typeface="Times New Roman" panose="02020603050405020304" pitchFamily="18" charset="0"/>
                <a:sym typeface="Times New Roman" panose="02020603050405020304" pitchFamily="18" charset="0"/>
              </a:rPr>
              <a:t>[</a:t>
            </a:r>
            <a:r>
              <a:rPr lang="zh-CN" altLang="en-US" sz="2800" dirty="0">
                <a:latin typeface="Times New Roman" panose="02020603050405020304" pitchFamily="18" charset="0"/>
                <a:sym typeface="Times New Roman" panose="02020603050405020304" pitchFamily="18" charset="0"/>
              </a:rPr>
              <a:t>1</a:t>
            </a:r>
            <a:r>
              <a:rPr lang="en-US" altLang="zh-CN" sz="2800" dirty="0">
                <a:latin typeface="Times New Roman" panose="02020603050405020304" pitchFamily="18" charset="0"/>
                <a:sym typeface="Times New Roman" panose="02020603050405020304" pitchFamily="18" charset="0"/>
              </a:rPr>
              <a:t>]</a:t>
            </a:r>
            <a:r>
              <a:rPr lang="zh-CN" altLang="en-US" sz="2800" dirty="0">
                <a:latin typeface="Times New Roman" panose="02020603050405020304" pitchFamily="18" charset="0"/>
                <a:sym typeface="Times New Roman" panose="02020603050405020304" pitchFamily="18" charset="0"/>
              </a:rPr>
              <a:t> </a:t>
            </a:r>
            <a:r>
              <a:rPr lang="en-US" altLang="zh-CN" sz="2800" dirty="0">
                <a:latin typeface="Times New Roman" panose="02020603050405020304" pitchFamily="18" charset="0"/>
              </a:rPr>
              <a:t>Chen K., et al. Robust reduced-rank filtering for erratic seismic noise </a:t>
            </a:r>
            <a:r>
              <a:rPr lang="en-US" altLang="zh-CN" sz="2800" dirty="0" err="1">
                <a:latin typeface="Times New Roman" panose="02020603050405020304" pitchFamily="18" charset="0"/>
              </a:rPr>
              <a:t>attenuation.Geophysics</a:t>
            </a:r>
            <a:r>
              <a:rPr lang="en-US" altLang="zh-CN" sz="2800" dirty="0">
                <a:latin typeface="Times New Roman" panose="02020603050405020304" pitchFamily="18" charset="0"/>
              </a:rPr>
              <a:t>, 2015,80(1):V1-V11.</a:t>
            </a:r>
            <a:endParaRPr lang="zh-CN" altLang="zh-CN" sz="2800" dirty="0">
              <a:latin typeface="Times New Roman" panose="02020603050405020304" pitchFamily="18" charset="0"/>
            </a:endParaRPr>
          </a:p>
          <a:p>
            <a:pPr>
              <a:buFont typeface="Arial" panose="020B0604020202020204" pitchFamily="34" charset="0"/>
              <a:buNone/>
            </a:pPr>
            <a:r>
              <a:rPr lang="en-US" altLang="zh-CN" sz="2800" dirty="0">
                <a:latin typeface="Times New Roman" panose="02020603050405020304" pitchFamily="18" charset="0"/>
              </a:rPr>
              <a:t>[2] </a:t>
            </a:r>
            <a:r>
              <a:rPr lang="en-US" altLang="zh-CN" sz="2800" dirty="0" err="1">
                <a:latin typeface="Times New Roman" panose="02020603050405020304" pitchFamily="18" charset="0"/>
              </a:rPr>
              <a:t>Candes</a:t>
            </a:r>
            <a:r>
              <a:rPr lang="en-US" altLang="zh-CN" sz="2800" dirty="0">
                <a:latin typeface="Times New Roman" panose="02020603050405020304" pitchFamily="18" charset="0"/>
              </a:rPr>
              <a:t> E., et al. Robust principal component analysis?. Journal of the ACM, 2011,58(3):28-30.</a:t>
            </a:r>
            <a:endParaRPr lang="zh-CN" altLang="zh-CN" sz="2800" dirty="0">
              <a:latin typeface="Times New Roman" panose="02020603050405020304" pitchFamily="18" charset="0"/>
            </a:endParaRPr>
          </a:p>
          <a:p>
            <a:pPr eaLnBrk="1" hangingPunct="1">
              <a:spcBef>
                <a:spcPct val="20000"/>
              </a:spcBef>
              <a:buSzPct val="25000"/>
              <a:buFont typeface="Arial" panose="020B0604020202020204" pitchFamily="34" charset="0"/>
              <a:buNone/>
            </a:pPr>
            <a:endParaRPr lang="zh-CN" altLang="en-US" sz="2800" dirty="0">
              <a:solidFill>
                <a:srgbClr val="FF0000"/>
              </a:solidFill>
              <a:latin typeface="Times New Roman" panose="02020603050405020304" pitchFamily="18" charset="0"/>
              <a:sym typeface="Times New Roman" panose="02020603050405020304" pitchFamily="18" charset="0"/>
            </a:endParaRPr>
          </a:p>
        </p:txBody>
      </p:sp>
      <p:sp>
        <p:nvSpPr>
          <p:cNvPr id="8214" name="文本框 28">
            <a:extLst>
              <a:ext uri="{FF2B5EF4-FFF2-40B4-BE49-F238E27FC236}">
                <a16:creationId xmlns:a16="http://schemas.microsoft.com/office/drawing/2014/main" id="{4E0103DC-1D53-41EF-ABDE-4DEA9D3D0252}"/>
              </a:ext>
            </a:extLst>
          </p:cNvPr>
          <p:cNvSpPr txBox="1">
            <a:spLocks noChangeArrowheads="1"/>
          </p:cNvSpPr>
          <p:nvPr/>
        </p:nvSpPr>
        <p:spPr bwMode="auto">
          <a:xfrm>
            <a:off x="16589375" y="11391951"/>
            <a:ext cx="154463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900">
                <a:solidFill>
                  <a:schemeClr val="tx1"/>
                </a:solidFill>
                <a:latin typeface="Arial" panose="020B0604020202020204" pitchFamily="34" charset="0"/>
                <a:ea typeface="宋体" panose="02010600030101010101" pitchFamily="2" charset="-122"/>
              </a:defRPr>
            </a:lvl1pPr>
            <a:lvl2pPr marL="742950" indent="-285750">
              <a:defRPr sz="8900">
                <a:solidFill>
                  <a:schemeClr val="tx1"/>
                </a:solidFill>
                <a:latin typeface="Arial" panose="020B0604020202020204" pitchFamily="34" charset="0"/>
                <a:ea typeface="宋体" panose="02010600030101010101" pitchFamily="2" charset="-122"/>
              </a:defRPr>
            </a:lvl2pPr>
            <a:lvl3pPr marL="1143000" indent="-228600">
              <a:defRPr sz="8900">
                <a:solidFill>
                  <a:schemeClr val="tx1"/>
                </a:solidFill>
                <a:latin typeface="Arial" panose="020B0604020202020204" pitchFamily="34" charset="0"/>
                <a:ea typeface="宋体" panose="02010600030101010101" pitchFamily="2" charset="-122"/>
              </a:defRPr>
            </a:lvl3pPr>
            <a:lvl4pPr marL="1600200" indent="-228600">
              <a:defRPr sz="8900">
                <a:solidFill>
                  <a:schemeClr val="tx1"/>
                </a:solidFill>
                <a:latin typeface="Arial" panose="020B0604020202020204" pitchFamily="34" charset="0"/>
                <a:ea typeface="宋体" panose="02010600030101010101" pitchFamily="2" charset="-122"/>
              </a:defRPr>
            </a:lvl4pPr>
            <a:lvl5pPr marL="2057400" indent="-228600">
              <a:defRPr sz="8900">
                <a:solidFill>
                  <a:schemeClr val="tx1"/>
                </a:solidFill>
                <a:latin typeface="Arial" panose="020B0604020202020204" pitchFamily="34" charset="0"/>
                <a:ea typeface="宋体" panose="02010600030101010101" pitchFamily="2" charset="-122"/>
              </a:defRPr>
            </a:lvl5pPr>
            <a:lvl6pPr marL="25146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6pPr>
            <a:lvl7pPr marL="29718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7pPr>
            <a:lvl8pPr marL="34290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8pPr>
            <a:lvl9pPr marL="38862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dirty="0">
                <a:latin typeface="微软雅黑" panose="020B0503020204020204" pitchFamily="34" charset="-122"/>
                <a:ea typeface="微软雅黑" panose="020B0503020204020204" pitchFamily="34" charset="-122"/>
                <a:sym typeface="宋体" panose="02010600030101010101" pitchFamily="2" charset="-122"/>
              </a:rPr>
              <a:t> </a:t>
            </a:r>
            <a:r>
              <a:rPr lang="zh-CN" altLang="en-US" sz="2400" b="1" dirty="0" smtClean="0">
                <a:latin typeface="微软雅黑" panose="020B0503020204020204" pitchFamily="34" charset="-122"/>
                <a:ea typeface="微软雅黑" panose="020B0503020204020204" pitchFamily="34" charset="-122"/>
                <a:sym typeface="宋体" panose="02010600030101010101" pitchFamily="2" charset="-122"/>
              </a:rPr>
              <a:t>图</a:t>
            </a:r>
            <a:r>
              <a:rPr lang="en-US" altLang="zh-CN" sz="2400" b="1" dirty="0" smtClean="0">
                <a:latin typeface="微软雅黑" panose="020B0503020204020204" pitchFamily="34" charset="-122"/>
                <a:ea typeface="微软雅黑" panose="020B0503020204020204" pitchFamily="34" charset="-122"/>
                <a:sym typeface="宋体" panose="02010600030101010101" pitchFamily="2" charset="-122"/>
              </a:rPr>
              <a:t>10.F-XY</a:t>
            </a:r>
            <a:r>
              <a:rPr lang="zh-CN" altLang="en-US" sz="2400" b="1" dirty="0" smtClean="0">
                <a:latin typeface="微软雅黑" panose="020B0503020204020204" pitchFamily="34" charset="-122"/>
                <a:ea typeface="微软雅黑" panose="020B0503020204020204" pitchFamily="34" charset="-122"/>
                <a:sym typeface="宋体" panose="02010600030101010101" pitchFamily="2" charset="-122"/>
              </a:rPr>
              <a:t>预测滤波法压制的</a:t>
            </a:r>
            <a:r>
              <a:rPr lang="zh-CN" altLang="en-US" sz="2400" b="1" dirty="0">
                <a:latin typeface="微软雅黑" panose="020B0503020204020204" pitchFamily="34" charset="-122"/>
                <a:ea typeface="微软雅黑" panose="020B0503020204020204" pitchFamily="34" charset="-122"/>
                <a:sym typeface="宋体" panose="02010600030101010101" pitchFamily="2" charset="-122"/>
              </a:rPr>
              <a:t>噪声</a:t>
            </a:r>
            <a:r>
              <a:rPr lang="zh-CN" altLang="zh-CN" sz="2400" b="1" dirty="0">
                <a:latin typeface="微软雅黑" panose="020B0503020204020204" pitchFamily="34" charset="-122"/>
                <a:ea typeface="微软雅黑" panose="020B0503020204020204" pitchFamily="34" charset="-122"/>
                <a:sym typeface="宋体" panose="02010600030101010101" pitchFamily="2" charset="-122"/>
              </a:rPr>
              <a:t>                  </a:t>
            </a:r>
            <a:r>
              <a:rPr lang="en-US" altLang="zh-CN" sz="2400" b="1" dirty="0" smtClean="0">
                <a:latin typeface="微软雅黑" panose="020B0503020204020204" pitchFamily="34" charset="-122"/>
                <a:ea typeface="微软雅黑" panose="020B0503020204020204" pitchFamily="34" charset="-122"/>
                <a:sym typeface="宋体" panose="02010600030101010101" pitchFamily="2" charset="-122"/>
              </a:rPr>
              <a:t> </a:t>
            </a:r>
            <a:r>
              <a:rPr lang="zh-CN" altLang="zh-CN" sz="2400" b="1" dirty="0" smtClean="0">
                <a:latin typeface="微软雅黑" panose="020B0503020204020204" pitchFamily="34" charset="-122"/>
                <a:ea typeface="微软雅黑" panose="020B0503020204020204" pitchFamily="34" charset="-122"/>
                <a:sym typeface="宋体" panose="02010600030101010101" pitchFamily="2" charset="-122"/>
              </a:rPr>
              <a:t>图</a:t>
            </a:r>
            <a:r>
              <a:rPr lang="en-US" altLang="zh-CN" sz="2400" b="1" dirty="0" smtClean="0">
                <a:latin typeface="微软雅黑" panose="020B0503020204020204" pitchFamily="34" charset="-122"/>
                <a:ea typeface="微软雅黑" panose="020B0503020204020204" pitchFamily="34" charset="-122"/>
                <a:sym typeface="宋体" panose="02010600030101010101" pitchFamily="2" charset="-122"/>
              </a:rPr>
              <a:t>11.RPCA</a:t>
            </a:r>
            <a:r>
              <a:rPr lang="zh-CN" altLang="en-US" sz="2400" b="1" dirty="0" smtClean="0">
                <a:latin typeface="微软雅黑" panose="020B0503020204020204" pitchFamily="34" charset="-122"/>
                <a:ea typeface="微软雅黑" panose="020B0503020204020204" pitchFamily="34" charset="-122"/>
                <a:sym typeface="宋体" panose="02010600030101010101" pitchFamily="2" charset="-122"/>
              </a:rPr>
              <a:t>法去</a:t>
            </a:r>
            <a:r>
              <a:rPr lang="zh-CN" altLang="en-US" sz="2400" b="1" dirty="0">
                <a:latin typeface="微软雅黑" panose="020B0503020204020204" pitchFamily="34" charset="-122"/>
                <a:ea typeface="微软雅黑" panose="020B0503020204020204" pitchFamily="34" charset="-122"/>
                <a:sym typeface="宋体" panose="02010600030101010101" pitchFamily="2" charset="-122"/>
              </a:rPr>
              <a:t>噪结果                    </a:t>
            </a:r>
            <a:r>
              <a:rPr lang="zh-CN" altLang="en-US" sz="2400" b="1" dirty="0" smtClean="0">
                <a:latin typeface="微软雅黑" panose="020B0503020204020204" pitchFamily="34" charset="-122"/>
                <a:ea typeface="微软雅黑" panose="020B0503020204020204" pitchFamily="34" charset="-122"/>
                <a:sym typeface="宋体" panose="02010600030101010101" pitchFamily="2" charset="-122"/>
              </a:rPr>
              <a:t>图</a:t>
            </a:r>
            <a:r>
              <a:rPr lang="en-US" altLang="zh-CN" sz="2400" b="1" dirty="0">
                <a:latin typeface="微软雅黑" panose="020B0503020204020204" pitchFamily="34" charset="-122"/>
                <a:ea typeface="微软雅黑" panose="020B0503020204020204" pitchFamily="34" charset="-122"/>
                <a:sym typeface="宋体" panose="02010600030101010101" pitchFamily="2" charset="-122"/>
              </a:rPr>
              <a:t>12. </a:t>
            </a:r>
            <a:r>
              <a:rPr lang="en-US" altLang="zh-CN" sz="2400" b="1" dirty="0" smtClean="0">
                <a:latin typeface="微软雅黑" panose="020B0503020204020204" pitchFamily="34" charset="-122"/>
                <a:ea typeface="微软雅黑" panose="020B0503020204020204" pitchFamily="34" charset="-122"/>
                <a:sym typeface="宋体" panose="02010600030101010101" pitchFamily="2" charset="-122"/>
              </a:rPr>
              <a:t>RPCA</a:t>
            </a:r>
            <a:r>
              <a:rPr lang="zh-CN" altLang="en-US" sz="2400" b="1" dirty="0" smtClean="0">
                <a:latin typeface="微软雅黑" panose="020B0503020204020204" pitchFamily="34" charset="-122"/>
                <a:ea typeface="微软雅黑" panose="020B0503020204020204" pitchFamily="34" charset="-122"/>
                <a:sym typeface="宋体" panose="02010600030101010101" pitchFamily="2" charset="-122"/>
              </a:rPr>
              <a:t>法去除</a:t>
            </a:r>
            <a:r>
              <a:rPr lang="zh-CN" altLang="en-US" sz="2400" b="1" dirty="0">
                <a:latin typeface="微软雅黑" panose="020B0503020204020204" pitchFamily="34" charset="-122"/>
                <a:ea typeface="微软雅黑" panose="020B0503020204020204" pitchFamily="34" charset="-122"/>
                <a:sym typeface="宋体" panose="02010600030101010101" pitchFamily="2" charset="-122"/>
              </a:rPr>
              <a:t>的噪声</a:t>
            </a:r>
          </a:p>
        </p:txBody>
      </p:sp>
      <p:sp>
        <p:nvSpPr>
          <p:cNvPr id="8216" name="流程图: 过程 4138">
            <a:extLst>
              <a:ext uri="{FF2B5EF4-FFF2-40B4-BE49-F238E27FC236}">
                <a16:creationId xmlns:a16="http://schemas.microsoft.com/office/drawing/2014/main" id="{30B2A35F-A40E-492E-B5C4-7C1E45B23C50}"/>
              </a:ext>
            </a:extLst>
          </p:cNvPr>
          <p:cNvSpPr>
            <a:spLocks noChangeArrowheads="1"/>
          </p:cNvSpPr>
          <p:nvPr/>
        </p:nvSpPr>
        <p:spPr bwMode="auto">
          <a:xfrm>
            <a:off x="16619538" y="32024859"/>
            <a:ext cx="3227387" cy="760413"/>
          </a:xfrm>
          <a:prstGeom prst="flowChartProcess">
            <a:avLst/>
          </a:prstGeom>
          <a:solidFill>
            <a:srgbClr val="00467F"/>
          </a:solidFill>
          <a:ln w="9525">
            <a:solidFill>
              <a:schemeClr val="tx1"/>
            </a:solidFill>
            <a:miter lim="800000"/>
            <a:headEnd/>
            <a:tailEnd/>
          </a:ln>
        </p:spPr>
        <p:txBody>
          <a:bodyPr wrap="none" anchor="ctr"/>
          <a:lstStyle>
            <a:lvl1pPr>
              <a:defRPr sz="8900">
                <a:solidFill>
                  <a:schemeClr val="tx1"/>
                </a:solidFill>
                <a:latin typeface="Arial" panose="020B0604020202020204" pitchFamily="34" charset="0"/>
                <a:ea typeface="宋体" panose="02010600030101010101" pitchFamily="2" charset="-122"/>
              </a:defRPr>
            </a:lvl1pPr>
            <a:lvl2pPr marL="742950" indent="-285750">
              <a:defRPr sz="8900">
                <a:solidFill>
                  <a:schemeClr val="tx1"/>
                </a:solidFill>
                <a:latin typeface="Arial" panose="020B0604020202020204" pitchFamily="34" charset="0"/>
                <a:ea typeface="宋体" panose="02010600030101010101" pitchFamily="2" charset="-122"/>
              </a:defRPr>
            </a:lvl2pPr>
            <a:lvl3pPr marL="1143000" indent="-228600">
              <a:defRPr sz="8900">
                <a:solidFill>
                  <a:schemeClr val="tx1"/>
                </a:solidFill>
                <a:latin typeface="Arial" panose="020B0604020202020204" pitchFamily="34" charset="0"/>
                <a:ea typeface="宋体" panose="02010600030101010101" pitchFamily="2" charset="-122"/>
              </a:defRPr>
            </a:lvl3pPr>
            <a:lvl4pPr marL="1600200" indent="-228600">
              <a:defRPr sz="8900">
                <a:solidFill>
                  <a:schemeClr val="tx1"/>
                </a:solidFill>
                <a:latin typeface="Arial" panose="020B0604020202020204" pitchFamily="34" charset="0"/>
                <a:ea typeface="宋体" panose="02010600030101010101" pitchFamily="2" charset="-122"/>
              </a:defRPr>
            </a:lvl4pPr>
            <a:lvl5pPr marL="2057400" indent="-228600">
              <a:defRPr sz="8900">
                <a:solidFill>
                  <a:schemeClr val="tx1"/>
                </a:solidFill>
                <a:latin typeface="Arial" panose="020B0604020202020204" pitchFamily="34" charset="0"/>
                <a:ea typeface="宋体" panose="02010600030101010101" pitchFamily="2" charset="-122"/>
              </a:defRPr>
            </a:lvl5pPr>
            <a:lvl6pPr marL="25146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6pPr>
            <a:lvl7pPr marL="29718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7pPr>
            <a:lvl8pPr marL="34290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8pPr>
            <a:lvl9pPr marL="38862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800" dirty="0">
                <a:solidFill>
                  <a:schemeClr val="bg1"/>
                </a:solidFill>
                <a:latin typeface="微软雅黑" panose="020B0503020204020204" pitchFamily="34" charset="-122"/>
                <a:ea typeface="微软雅黑" panose="020B0503020204020204" pitchFamily="34" charset="-122"/>
              </a:rPr>
              <a:t>致谢</a:t>
            </a:r>
          </a:p>
        </p:txBody>
      </p:sp>
      <p:sp>
        <p:nvSpPr>
          <p:cNvPr id="8217" name="Text Placeholder 253">
            <a:extLst>
              <a:ext uri="{FF2B5EF4-FFF2-40B4-BE49-F238E27FC236}">
                <a16:creationId xmlns:a16="http://schemas.microsoft.com/office/drawing/2014/main" id="{DCEC7672-01E4-4618-8CCA-0D330FDE1933}"/>
              </a:ext>
            </a:extLst>
          </p:cNvPr>
          <p:cNvSpPr>
            <a:spLocks noGrp="1" noChangeArrowheads="1"/>
          </p:cNvSpPr>
          <p:nvPr/>
        </p:nvSpPr>
        <p:spPr bwMode="auto">
          <a:xfrm>
            <a:off x="16576675" y="32772460"/>
            <a:ext cx="15444787" cy="150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34774" tIns="234774" rIns="234774" bIns="234774">
            <a:spAutoFit/>
          </a:bodyPr>
          <a:lstStyle>
            <a:lvl1pPr>
              <a:defRPr sz="8900">
                <a:solidFill>
                  <a:schemeClr val="tx1"/>
                </a:solidFill>
                <a:latin typeface="Arial" panose="020B0604020202020204" pitchFamily="34" charset="0"/>
                <a:ea typeface="宋体" panose="02010600030101010101" pitchFamily="2" charset="-122"/>
              </a:defRPr>
            </a:lvl1pPr>
            <a:lvl2pPr marL="742950" indent="-285750">
              <a:defRPr sz="8900">
                <a:solidFill>
                  <a:schemeClr val="tx1"/>
                </a:solidFill>
                <a:latin typeface="Arial" panose="020B0604020202020204" pitchFamily="34" charset="0"/>
                <a:ea typeface="宋体" panose="02010600030101010101" pitchFamily="2" charset="-122"/>
              </a:defRPr>
            </a:lvl2pPr>
            <a:lvl3pPr marL="1143000" indent="-228600">
              <a:defRPr sz="8900">
                <a:solidFill>
                  <a:schemeClr val="tx1"/>
                </a:solidFill>
                <a:latin typeface="Arial" panose="020B0604020202020204" pitchFamily="34" charset="0"/>
                <a:ea typeface="宋体" panose="02010600030101010101" pitchFamily="2" charset="-122"/>
              </a:defRPr>
            </a:lvl3pPr>
            <a:lvl4pPr marL="1600200" indent="-228600">
              <a:defRPr sz="8900">
                <a:solidFill>
                  <a:schemeClr val="tx1"/>
                </a:solidFill>
                <a:latin typeface="Arial" panose="020B0604020202020204" pitchFamily="34" charset="0"/>
                <a:ea typeface="宋体" panose="02010600030101010101" pitchFamily="2" charset="-122"/>
              </a:defRPr>
            </a:lvl4pPr>
            <a:lvl5pPr marL="2057400" indent="-228600">
              <a:defRPr sz="8900">
                <a:solidFill>
                  <a:schemeClr val="tx1"/>
                </a:solidFill>
                <a:latin typeface="Arial" panose="020B0604020202020204" pitchFamily="34" charset="0"/>
                <a:ea typeface="宋体" panose="02010600030101010101" pitchFamily="2" charset="-122"/>
              </a:defRPr>
            </a:lvl5pPr>
            <a:lvl6pPr marL="25146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6pPr>
            <a:lvl7pPr marL="29718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7pPr>
            <a:lvl8pPr marL="34290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8pPr>
            <a:lvl9pPr marL="38862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0000"/>
              </a:spcBef>
              <a:buSzPct val="25000"/>
              <a:buFont typeface="Arial" panose="020B0604020202020204" pitchFamily="34" charset="0"/>
              <a:buNone/>
            </a:pPr>
            <a:r>
              <a:rPr lang="zh-CN" altLang="en-US" sz="2800" dirty="0">
                <a:latin typeface="微软雅黑" panose="020B0503020204020204" pitchFamily="34" charset="-122"/>
                <a:ea typeface="微软雅黑" panose="020B0503020204020204" pitchFamily="34" charset="-122"/>
              </a:rPr>
              <a:t>       </a:t>
            </a:r>
            <a:r>
              <a:rPr lang="zh-CN" altLang="zh-CN" sz="2800" dirty="0">
                <a:latin typeface="微软雅黑" panose="020B0503020204020204" pitchFamily="34" charset="-122"/>
                <a:ea typeface="微软雅黑" panose="020B0503020204020204" pitchFamily="34" charset="-122"/>
              </a:rPr>
              <a:t>本研究得到国家重点研发计划项目（课题编号：</a:t>
            </a:r>
            <a:r>
              <a:rPr lang="en-US" altLang="zh-CN" sz="2800" dirty="0">
                <a:latin typeface="微软雅黑" panose="020B0503020204020204" pitchFamily="34" charset="-122"/>
                <a:ea typeface="微软雅黑" panose="020B0503020204020204" pitchFamily="34" charset="-122"/>
              </a:rPr>
              <a:t>2019YFC0312004</a:t>
            </a:r>
            <a:r>
              <a:rPr lang="zh-CN" altLang="zh-CN" sz="2800" dirty="0">
                <a:latin typeface="微软雅黑" panose="020B0503020204020204" pitchFamily="34" charset="-122"/>
                <a:ea typeface="微软雅黑" panose="020B0503020204020204" pitchFamily="34" charset="-122"/>
              </a:rPr>
              <a:t>）</a:t>
            </a:r>
            <a:r>
              <a:rPr lang="zh-CN" altLang="zh-CN" sz="2800" dirty="0">
                <a:latin typeface="微软雅黑" panose="020B0503020204020204" pitchFamily="34" charset="-122"/>
                <a:ea typeface="微软雅黑" panose="020B0503020204020204" pitchFamily="34" charset="-122"/>
              </a:rPr>
              <a:t>、国家自然科学面上基金（</a:t>
            </a:r>
            <a:r>
              <a:rPr lang="en-US" altLang="zh-CN" sz="2800" dirty="0">
                <a:latin typeface="微软雅黑" panose="020B0503020204020204" pitchFamily="34" charset="-122"/>
                <a:ea typeface="微软雅黑" panose="020B0503020204020204" pitchFamily="34" charset="-122"/>
              </a:rPr>
              <a:t>41874165</a:t>
            </a:r>
            <a:r>
              <a:rPr lang="zh-CN" altLang="zh-CN" sz="2800" dirty="0" smtClean="0">
                <a:latin typeface="微软雅黑" panose="020B0503020204020204" pitchFamily="34" charset="-122"/>
                <a:ea typeface="微软雅黑" panose="020B0503020204020204" pitchFamily="34" charset="-122"/>
              </a:rPr>
              <a:t>）和</a:t>
            </a:r>
            <a:r>
              <a:rPr lang="zh-CN" altLang="zh-CN" sz="2800" dirty="0">
                <a:latin typeface="微软雅黑" panose="020B0503020204020204" pitchFamily="34" charset="-122"/>
                <a:ea typeface="微软雅黑" panose="020B0503020204020204" pitchFamily="34" charset="-122"/>
              </a:rPr>
              <a:t>中央高校基本科研业务费专项资金（</a:t>
            </a:r>
            <a:r>
              <a:rPr lang="en-US" altLang="zh-CN" sz="2800" dirty="0">
                <a:latin typeface="微软雅黑" panose="020B0503020204020204" pitchFamily="34" charset="-122"/>
                <a:ea typeface="微软雅黑" panose="020B0503020204020204" pitchFamily="34" charset="-122"/>
              </a:rPr>
              <a:t>2652019035</a:t>
            </a:r>
            <a:r>
              <a:rPr lang="zh-CN" altLang="zh-CN" sz="2800" dirty="0">
                <a:latin typeface="微软雅黑" panose="020B0503020204020204" pitchFamily="34" charset="-122"/>
                <a:ea typeface="微软雅黑" panose="020B0503020204020204" pitchFamily="34" charset="-122"/>
              </a:rPr>
              <a:t>）的</a:t>
            </a:r>
            <a:r>
              <a:rPr lang="zh-CN" altLang="zh-CN" sz="2800" dirty="0">
                <a:latin typeface="微软雅黑" panose="020B0503020204020204" pitchFamily="34" charset="-122"/>
                <a:ea typeface="微软雅黑" panose="020B0503020204020204" pitchFamily="34" charset="-122"/>
              </a:rPr>
              <a:t>资助</a:t>
            </a:r>
            <a:r>
              <a:rPr lang="zh-CN" altLang="en-US" sz="2800" dirty="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sym typeface="Times New Roman" panose="02020603050405020304" pitchFamily="18" charset="0"/>
            </a:endParaRPr>
          </a:p>
        </p:txBody>
      </p:sp>
      <p:pic>
        <p:nvPicPr>
          <p:cNvPr id="8226" name="图片 121">
            <a:extLst>
              <a:ext uri="{FF2B5EF4-FFF2-40B4-BE49-F238E27FC236}">
                <a16:creationId xmlns:a16="http://schemas.microsoft.com/office/drawing/2014/main" id="{13E39877-B183-4FD1-81AB-49C5F1E8A3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2022" y="35779074"/>
            <a:ext cx="4881563" cy="439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28" name="图片 123">
            <a:extLst>
              <a:ext uri="{FF2B5EF4-FFF2-40B4-BE49-F238E27FC236}">
                <a16:creationId xmlns:a16="http://schemas.microsoft.com/office/drawing/2014/main" id="{35446BAC-8D97-4FBA-B74F-12AE9255FA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19538" y="7019925"/>
            <a:ext cx="4881562" cy="439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29" name="图片 124">
            <a:extLst>
              <a:ext uri="{FF2B5EF4-FFF2-40B4-BE49-F238E27FC236}">
                <a16:creationId xmlns:a16="http://schemas.microsoft.com/office/drawing/2014/main" id="{C97627C3-12BF-423B-9078-123E4543A5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41950" y="7035251"/>
            <a:ext cx="4881562" cy="439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30" name="图片 125">
            <a:extLst>
              <a:ext uri="{FF2B5EF4-FFF2-40B4-BE49-F238E27FC236}">
                <a16:creationId xmlns:a16="http://schemas.microsoft.com/office/drawing/2014/main" id="{8D5AC0C1-88F4-4D34-A14A-5FC07C96D90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182762" y="7057477"/>
            <a:ext cx="4881563" cy="439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31" name="矩形 60">
            <a:extLst>
              <a:ext uri="{FF2B5EF4-FFF2-40B4-BE49-F238E27FC236}">
                <a16:creationId xmlns:a16="http://schemas.microsoft.com/office/drawing/2014/main" id="{82C01BE8-9960-4216-BBD7-5135B79DE75F}"/>
              </a:ext>
            </a:extLst>
          </p:cNvPr>
          <p:cNvSpPr>
            <a:spLocks noChangeArrowheads="1"/>
          </p:cNvSpPr>
          <p:nvPr/>
        </p:nvSpPr>
        <p:spPr bwMode="auto">
          <a:xfrm>
            <a:off x="729617" y="14208693"/>
            <a:ext cx="15446375"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800" dirty="0">
                <a:latin typeface="微软雅黑" panose="020B0503020204020204" pitchFamily="34" charset="-122"/>
                <a:ea typeface="微软雅黑" panose="020B0503020204020204" pitchFamily="34" charset="-122"/>
              </a:rPr>
              <a:t>   </a:t>
            </a:r>
            <a:r>
              <a:rPr lang="zh-CN" altLang="zh-CN" sz="2800" dirty="0" smtClean="0">
                <a:latin typeface="微软雅黑" panose="020B0503020204020204" pitchFamily="34" charset="-122"/>
                <a:ea typeface="微软雅黑" panose="020B0503020204020204" pitchFamily="34" charset="-122"/>
              </a:rPr>
              <a:t>其中</a:t>
            </a:r>
            <a:r>
              <a:rPr lang="zh-CN" altLang="zh-CN" sz="2800" dirty="0">
                <a:latin typeface="微软雅黑" panose="020B0503020204020204" pitchFamily="34" charset="-122"/>
                <a:ea typeface="微软雅黑" panose="020B0503020204020204" pitchFamily="34" charset="-122"/>
              </a:rPr>
              <a:t>，</a:t>
            </a:r>
            <a:r>
              <a:rPr lang="en-US" altLang="zh-CN" sz="2800" dirty="0" err="1" smtClean="0">
                <a:latin typeface="微软雅黑" panose="020B0503020204020204" pitchFamily="34" charset="-122"/>
                <a:ea typeface="微软雅黑" panose="020B0503020204020204" pitchFamily="34" charset="-122"/>
              </a:rPr>
              <a:t>ll</a:t>
            </a:r>
            <a:r>
              <a:rPr lang="en-US" altLang="zh-CN" sz="2800" dirty="0" err="1" smtClean="0">
                <a:latin typeface="宋体" panose="02010600030101010101" pitchFamily="2" charset="-122"/>
              </a:rPr>
              <a:t>•</a:t>
            </a:r>
            <a:r>
              <a:rPr lang="en-US" altLang="zh-CN" sz="2800" dirty="0" err="1" smtClean="0">
                <a:latin typeface="微软雅黑" panose="020B0503020204020204" pitchFamily="34" charset="-122"/>
                <a:ea typeface="微软雅黑" panose="020B0503020204020204" pitchFamily="34" charset="-122"/>
              </a:rPr>
              <a:t>ll</a:t>
            </a:r>
            <a:r>
              <a:rPr lang="en-US" altLang="zh-CN" sz="2800" dirty="0">
                <a:latin typeface="微软雅黑" panose="020B0503020204020204" pitchFamily="34" charset="-122"/>
                <a:ea typeface="微软雅黑" panose="020B0503020204020204" pitchFamily="34" charset="-122"/>
              </a:rPr>
              <a:t>*</a:t>
            </a:r>
            <a:r>
              <a:rPr lang="zh-CN" altLang="zh-CN" sz="2800" dirty="0">
                <a:latin typeface="微软雅黑" panose="020B0503020204020204" pitchFamily="34" charset="-122"/>
                <a:ea typeface="微软雅黑" panose="020B0503020204020204" pitchFamily="34" charset="-122"/>
              </a:rPr>
              <a:t>表示矩阵</a:t>
            </a:r>
            <a:r>
              <a:rPr lang="en-US" altLang="zh-CN" sz="2800" dirty="0">
                <a:latin typeface="微软雅黑" panose="020B0503020204020204" pitchFamily="34" charset="-122"/>
                <a:ea typeface="微软雅黑" panose="020B0503020204020204" pitchFamily="34" charset="-122"/>
              </a:rPr>
              <a:t>L</a:t>
            </a:r>
            <a:r>
              <a:rPr lang="zh-CN" altLang="zh-CN" sz="2800" dirty="0">
                <a:latin typeface="微软雅黑" panose="020B0503020204020204" pitchFamily="34" charset="-122"/>
                <a:ea typeface="微软雅黑" panose="020B0503020204020204" pitchFamily="34" charset="-122"/>
              </a:rPr>
              <a:t>的核范数，</a:t>
            </a:r>
            <a:r>
              <a:rPr lang="en-US" altLang="zh-CN" sz="2800" dirty="0" smtClean="0">
                <a:latin typeface="微软雅黑" panose="020B0503020204020204" pitchFamily="34" charset="-122"/>
                <a:ea typeface="微软雅黑" panose="020B0503020204020204" pitchFamily="34" charset="-122"/>
              </a:rPr>
              <a:t>ll</a:t>
            </a:r>
            <a:r>
              <a:rPr lang="en-US" altLang="zh-CN" sz="2800" dirty="0">
                <a:latin typeface="宋体" panose="02010600030101010101" pitchFamily="2" charset="-122"/>
              </a:rPr>
              <a:t>•</a:t>
            </a:r>
            <a:r>
              <a:rPr lang="en-US" altLang="zh-CN" sz="2800" dirty="0" smtClean="0">
                <a:latin typeface="微软雅黑" panose="020B0503020204020204" pitchFamily="34" charset="-122"/>
                <a:ea typeface="微软雅黑" panose="020B0503020204020204" pitchFamily="34" charset="-122"/>
              </a:rPr>
              <a:t>ll</a:t>
            </a:r>
            <a:r>
              <a:rPr lang="en-US" altLang="zh-CN" sz="2800" baseline="-25000" dirty="0" smtClean="0">
                <a:latin typeface="微软雅黑" panose="020B0503020204020204" pitchFamily="34" charset="-122"/>
                <a:ea typeface="微软雅黑" panose="020B0503020204020204" pitchFamily="34" charset="-122"/>
              </a:rPr>
              <a:t>1</a:t>
            </a:r>
            <a:r>
              <a:rPr lang="zh-CN" altLang="zh-CN" sz="2800" dirty="0">
                <a:latin typeface="微软雅黑" panose="020B0503020204020204" pitchFamily="34" charset="-122"/>
                <a:ea typeface="微软雅黑" panose="020B0503020204020204" pitchFamily="34" charset="-122"/>
              </a:rPr>
              <a:t>表示矩阵</a:t>
            </a:r>
            <a:r>
              <a:rPr lang="zh-CN" altLang="en-US" sz="2800" dirty="0">
                <a:latin typeface="微软雅黑" panose="020B0503020204020204" pitchFamily="34" charset="-122"/>
                <a:ea typeface="微软雅黑" panose="020B0503020204020204" pitchFamily="34" charset="-122"/>
              </a:rPr>
              <a:t>的</a:t>
            </a:r>
            <a:r>
              <a:rPr lang="en-US" altLang="zh-CN" sz="2800" dirty="0">
                <a:latin typeface="微软雅黑" panose="020B0503020204020204" pitchFamily="34" charset="-122"/>
                <a:ea typeface="微软雅黑" panose="020B0503020204020204" pitchFamily="34" charset="-122"/>
              </a:rPr>
              <a:t>1</a:t>
            </a:r>
            <a:r>
              <a:rPr lang="zh-CN" altLang="zh-CN" sz="2800" dirty="0">
                <a:latin typeface="微软雅黑" panose="020B0503020204020204" pitchFamily="34" charset="-122"/>
                <a:ea typeface="微软雅黑" panose="020B0503020204020204" pitchFamily="34" charset="-122"/>
              </a:rPr>
              <a:t>范数</a:t>
            </a:r>
            <a:r>
              <a:rPr lang="zh-CN" altLang="en-US" sz="2800" dirty="0" smtClean="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rPr>
              <a:t>。</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此优化问题可以利用增广拉格朗日乘子法（</a:t>
            </a: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Augmented Lagrange Multiplier</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a:t>
            </a: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ALM</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）来求解。引入增广矩阵</a:t>
            </a: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Y</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，构建拉格朗日函数</a:t>
            </a:r>
            <a:r>
              <a:rPr lang="en-US" altLang="zh-CN" sz="2800" i="1" dirty="0">
                <a:latin typeface="Times New Roman" panose="02020603050405020304" pitchFamily="18" charset="0"/>
                <a:ea typeface="微软雅黑" panose="020B0503020204020204" pitchFamily="34" charset="-122"/>
                <a:cs typeface="Times New Roman" panose="02020603050405020304" pitchFamily="18" charset="0"/>
                <a:sym typeface="Calibri" panose="020F0502020204030204" pitchFamily="34" charset="0"/>
              </a:rPr>
              <a:t>l</a:t>
            </a:r>
            <a:r>
              <a:rPr lang="zh-CN" altLang="en-US" sz="2800" dirty="0">
                <a:latin typeface="微软雅黑" panose="020B0503020204020204" pitchFamily="34" charset="-122"/>
                <a:ea typeface="微软雅黑" panose="020B0503020204020204" pitchFamily="34" charset="-122"/>
                <a:sym typeface="Calibri" panose="020F0502020204030204" pitchFamily="34" charset="0"/>
              </a:rPr>
              <a:t>，</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 </a:t>
            </a:r>
            <a:endParaRPr lang="zh-CN" altLang="en-US" sz="2800" dirty="0">
              <a:latin typeface="微软雅黑" panose="020B0503020204020204" pitchFamily="34" charset="-122"/>
              <a:ea typeface="微软雅黑" panose="020B0503020204020204" pitchFamily="34" charset="-122"/>
              <a:sym typeface="Calibri" panose="020F0502020204030204" pitchFamily="34" charset="0"/>
            </a:endParaRPr>
          </a:p>
        </p:txBody>
      </p:sp>
      <p:sp>
        <p:nvSpPr>
          <p:cNvPr id="8232" name="Rectangle 66">
            <a:extLst>
              <a:ext uri="{FF2B5EF4-FFF2-40B4-BE49-F238E27FC236}">
                <a16:creationId xmlns:a16="http://schemas.microsoft.com/office/drawing/2014/main" id="{3C981264-9B02-48DC-ABF5-84294D1220B1}"/>
              </a:ext>
            </a:extLst>
          </p:cNvPr>
          <p:cNvSpPr>
            <a:spLocks noChangeArrowheads="1"/>
          </p:cNvSpPr>
          <p:nvPr/>
        </p:nvSpPr>
        <p:spPr bwMode="auto">
          <a:xfrm flipV="1">
            <a:off x="2874963" y="17567275"/>
            <a:ext cx="67490975"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234" name="矩形 4095">
            <a:extLst>
              <a:ext uri="{FF2B5EF4-FFF2-40B4-BE49-F238E27FC236}">
                <a16:creationId xmlns:a16="http://schemas.microsoft.com/office/drawing/2014/main" id="{C368546F-B703-431A-81E9-D2F49AB48D19}"/>
              </a:ext>
            </a:extLst>
          </p:cNvPr>
          <p:cNvSpPr>
            <a:spLocks noChangeArrowheads="1"/>
          </p:cNvSpPr>
          <p:nvPr/>
        </p:nvSpPr>
        <p:spPr bwMode="auto">
          <a:xfrm>
            <a:off x="668337" y="16785044"/>
            <a:ext cx="15459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zh-CN" sz="2800" dirty="0">
                <a:latin typeface="微软雅黑" panose="020B0503020204020204" pitchFamily="34" charset="-122"/>
                <a:ea typeface="微软雅黑" panose="020B0503020204020204" pitchFamily="34" charset="-122"/>
                <a:sym typeface="Calibri" panose="020F0502020204030204" pitchFamily="34" charset="0"/>
              </a:rPr>
              <a:t>       </a:t>
            </a:r>
            <a:r>
              <a:rPr lang="en-US" altLang="zh-CN" sz="2800" i="1" dirty="0">
                <a:latin typeface="Times New Roman" panose="02020603050405020304" pitchFamily="18" charset="0"/>
                <a:ea typeface="微软雅黑" panose="020B0503020204020204" pitchFamily="34" charset="-122"/>
                <a:cs typeface="Times New Roman" panose="02020603050405020304" pitchFamily="18" charset="0"/>
                <a:sym typeface="Calibri" panose="020F0502020204030204" pitchFamily="34" charset="0"/>
              </a:rPr>
              <a:t>l</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函数最小化时</a:t>
            </a: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L</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和</a:t>
            </a:r>
            <a:r>
              <a:rPr lang="en-US" altLang="zh-CN" sz="2800" dirty="0">
                <a:latin typeface="微软雅黑" panose="020B0503020204020204" pitchFamily="34" charset="-122"/>
                <a:ea typeface="微软雅黑" panose="020B0503020204020204" pitchFamily="34" charset="-122"/>
                <a:sym typeface="Calibri" panose="020F0502020204030204" pitchFamily="34" charset="0"/>
              </a:rPr>
              <a:t>S</a:t>
            </a:r>
            <a:r>
              <a:rPr lang="zh-CN" altLang="zh-CN" sz="2800" dirty="0">
                <a:latin typeface="微软雅黑" panose="020B0503020204020204" pitchFamily="34" charset="-122"/>
                <a:ea typeface="微软雅黑" panose="020B0503020204020204" pitchFamily="34" charset="-122"/>
                <a:sym typeface="Calibri" panose="020F0502020204030204" pitchFamily="34" charset="0"/>
              </a:rPr>
              <a:t>的解为，</a:t>
            </a:r>
          </a:p>
        </p:txBody>
      </p:sp>
      <p:sp>
        <p:nvSpPr>
          <p:cNvPr id="8237" name="矩形 4098">
            <a:extLst>
              <a:ext uri="{FF2B5EF4-FFF2-40B4-BE49-F238E27FC236}">
                <a16:creationId xmlns:a16="http://schemas.microsoft.com/office/drawing/2014/main" id="{C7BC2A1F-D258-4DF3-ADEA-9E1DCEE2CA7C}"/>
              </a:ext>
            </a:extLst>
          </p:cNvPr>
          <p:cNvSpPr>
            <a:spLocks noChangeArrowheads="1"/>
          </p:cNvSpPr>
          <p:nvPr/>
        </p:nvSpPr>
        <p:spPr bwMode="auto">
          <a:xfrm>
            <a:off x="738982" y="17815896"/>
            <a:ext cx="154606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zh-CN" sz="2800" dirty="0">
                <a:latin typeface="微软雅黑" panose="020B0503020204020204" pitchFamily="34" charset="-122"/>
                <a:ea typeface="微软雅黑" panose="020B0503020204020204" pitchFamily="34" charset="-122"/>
              </a:rPr>
              <a:t>       </a:t>
            </a:r>
            <a:r>
              <a:rPr lang="zh-CN" altLang="zh-CN" sz="2800" dirty="0">
                <a:latin typeface="微软雅黑" panose="020B0503020204020204" pitchFamily="34" charset="-122"/>
                <a:ea typeface="微软雅黑" panose="020B0503020204020204" pitchFamily="34" charset="-122"/>
              </a:rPr>
              <a:t>和</a:t>
            </a: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9C6A127C-25DA-4976-8A30-0A42E9BA0F5F}"/>
                  </a:ext>
                </a:extLst>
              </p:cNvPr>
              <p:cNvSpPr/>
              <p:nvPr/>
            </p:nvSpPr>
            <p:spPr>
              <a:xfrm>
                <a:off x="703263" y="13306915"/>
                <a:ext cx="15484475" cy="94724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sz="2800" i="1">
                              <a:latin typeface="Cambria Math" panose="02040503050406030204" pitchFamily="18" charset="0"/>
                              <a:ea typeface="微软雅黑" panose="020B0503020204020204" pitchFamily="34" charset="-122"/>
                              <a:sym typeface="Calibri" panose="020F0502020204030204" pitchFamily="34" charset="0"/>
                            </a:rPr>
                          </m:ctrlPr>
                        </m:mPr>
                        <m:mr>
                          <m:e>
                            <m:r>
                              <m:rPr>
                                <m:sty m:val="p"/>
                              </m:rPr>
                              <a:rPr lang="zh-CN" altLang="en-US" sz="2800">
                                <a:latin typeface="Cambria Math" panose="02040503050406030204" pitchFamily="18" charset="0"/>
                                <a:ea typeface="微软雅黑" panose="020B0503020204020204" pitchFamily="34" charset="-122"/>
                                <a:sym typeface="Calibri" panose="020F0502020204030204" pitchFamily="34" charset="0"/>
                              </a:rPr>
                              <m:t>min</m:t>
                            </m:r>
                            <m:r>
                              <m:rPr>
                                <m:nor/>
                              </m:rPr>
                              <a:rPr lang="zh-CN" altLang="en-US" sz="2800">
                                <a:latin typeface="微软雅黑" panose="020B0503020204020204" pitchFamily="34" charset="-122"/>
                                <a:ea typeface="微软雅黑" panose="020B0503020204020204" pitchFamily="34" charset="-122"/>
                                <a:sym typeface="Calibri" panose="020F0502020204030204" pitchFamily="34" charset="0"/>
                              </a:rPr>
                              <m:t>  </m:t>
                            </m:r>
                            <m:sSub>
                              <m:sSubPr>
                                <m:ctrlPr>
                                  <a:rPr lang="zh-CN" altLang="en-US" sz="2800" i="1">
                                    <a:latin typeface="Cambria Math" panose="02040503050406030204" pitchFamily="18" charset="0"/>
                                    <a:ea typeface="微软雅黑" panose="020B0503020204020204" pitchFamily="34" charset="-122"/>
                                    <a:sym typeface="Calibri" panose="020F0502020204030204" pitchFamily="34" charset="0"/>
                                  </a:rPr>
                                </m:ctrlPr>
                              </m:sSubPr>
                              <m:e>
                                <m:r>
                                  <a:rPr lang="zh-CN" altLang="en-US" sz="2800">
                                    <a:latin typeface="Cambria Math" panose="02040503050406030204" pitchFamily="18" charset="0"/>
                                    <a:ea typeface="微软雅黑" panose="020B0503020204020204" pitchFamily="34" charset="-122"/>
                                    <a:sym typeface="Calibri" panose="020F0502020204030204" pitchFamily="34" charset="0"/>
                                  </a:rPr>
                                  <m:t>‖</m:t>
                                </m:r>
                                <m:r>
                                  <a:rPr lang="zh-CN" altLang="en-US" sz="2800">
                                    <a:latin typeface="Cambria Math" panose="02040503050406030204" pitchFamily="18" charset="0"/>
                                    <a:ea typeface="微软雅黑" panose="020B0503020204020204" pitchFamily="34" charset="-122"/>
                                    <a:sym typeface="Calibri" panose="020F0502020204030204" pitchFamily="34" charset="0"/>
                                  </a:rPr>
                                  <m:t>𝐿</m:t>
                                </m:r>
                                <m:r>
                                  <a:rPr lang="zh-CN" altLang="en-US" sz="2800">
                                    <a:latin typeface="Cambria Math" panose="02040503050406030204" pitchFamily="18" charset="0"/>
                                    <a:ea typeface="微软雅黑" panose="020B0503020204020204" pitchFamily="34" charset="-122"/>
                                    <a:sym typeface="Calibri" panose="020F0502020204030204" pitchFamily="34" charset="0"/>
                                  </a:rPr>
                                  <m:t>‖</m:t>
                                </m:r>
                              </m:e>
                              <m:sub>
                                <m:r>
                                  <m:rPr>
                                    <m:nor/>
                                  </m:rPr>
                                  <a:rPr lang="zh-CN" altLang="en-US" sz="2800">
                                    <a:latin typeface="微软雅黑" panose="020B0503020204020204" pitchFamily="34" charset="-122"/>
                                    <a:ea typeface="微软雅黑" panose="020B0503020204020204" pitchFamily="34" charset="-122"/>
                                    <a:sym typeface="Calibri" panose="020F0502020204030204" pitchFamily="34" charset="0"/>
                                  </a:rPr>
                                  <m:t>∗</m:t>
                                </m:r>
                              </m:sub>
                            </m:sSub>
                            <m:r>
                              <m:rPr>
                                <m:nor/>
                              </m:rPr>
                              <a:rPr lang="zh-CN" altLang="en-US" sz="2800">
                                <a:latin typeface="微软雅黑" panose="020B0503020204020204" pitchFamily="34" charset="-122"/>
                                <a:ea typeface="微软雅黑" panose="020B0503020204020204" pitchFamily="34" charset="-122"/>
                                <a:sym typeface="Calibri" panose="020F0502020204030204" pitchFamily="34" charset="0"/>
                              </a:rPr>
                              <m:t>+</m:t>
                            </m:r>
                            <m:r>
                              <a:rPr lang="zh-CN" altLang="en-US" sz="2800">
                                <a:latin typeface="Cambria Math" panose="02040503050406030204" pitchFamily="18" charset="0"/>
                                <a:ea typeface="微软雅黑" panose="020B0503020204020204" pitchFamily="34" charset="-122"/>
                                <a:sym typeface="Calibri" panose="020F0502020204030204" pitchFamily="34" charset="0"/>
                              </a:rPr>
                              <m:t>𝜆</m:t>
                            </m:r>
                            <m:r>
                              <m:rPr>
                                <m:nor/>
                              </m:rPr>
                              <a:rPr lang="zh-CN" altLang="en-US" sz="2800">
                                <a:latin typeface="微软雅黑" panose="020B0503020204020204" pitchFamily="34" charset="-122"/>
                                <a:ea typeface="微软雅黑" panose="020B0503020204020204" pitchFamily="34" charset="-122"/>
                                <a:sym typeface="Calibri" panose="020F0502020204030204" pitchFamily="34" charset="0"/>
                              </a:rPr>
                              <m:t>  </m:t>
                            </m:r>
                            <m:sSub>
                              <m:sSubPr>
                                <m:ctrlPr>
                                  <a:rPr lang="zh-CN" altLang="en-US" sz="2800" i="1">
                                    <a:latin typeface="Cambria Math" panose="02040503050406030204" pitchFamily="18" charset="0"/>
                                    <a:ea typeface="微软雅黑" panose="020B0503020204020204" pitchFamily="34" charset="-122"/>
                                    <a:sym typeface="Calibri" panose="020F0502020204030204" pitchFamily="34" charset="0"/>
                                  </a:rPr>
                                </m:ctrlPr>
                              </m:sSubPr>
                              <m:e>
                                <m:r>
                                  <a:rPr lang="zh-CN" altLang="en-US" sz="2800">
                                    <a:latin typeface="Cambria Math" panose="02040503050406030204" pitchFamily="18" charset="0"/>
                                    <a:ea typeface="微软雅黑" panose="020B0503020204020204" pitchFamily="34" charset="-122"/>
                                    <a:sym typeface="Calibri" panose="020F0502020204030204" pitchFamily="34" charset="0"/>
                                  </a:rPr>
                                  <m:t>‖</m:t>
                                </m:r>
                                <m:r>
                                  <a:rPr lang="zh-CN" altLang="en-US" sz="2800">
                                    <a:latin typeface="Cambria Math" panose="02040503050406030204" pitchFamily="18" charset="0"/>
                                    <a:ea typeface="微软雅黑" panose="020B0503020204020204" pitchFamily="34" charset="-122"/>
                                    <a:sym typeface="Calibri" panose="020F0502020204030204" pitchFamily="34" charset="0"/>
                                  </a:rPr>
                                  <m:t>𝑆</m:t>
                                </m:r>
                                <m:r>
                                  <a:rPr lang="zh-CN" altLang="en-US" sz="2800">
                                    <a:latin typeface="Cambria Math" panose="02040503050406030204" pitchFamily="18" charset="0"/>
                                    <a:ea typeface="微软雅黑" panose="020B0503020204020204" pitchFamily="34" charset="-122"/>
                                    <a:sym typeface="Calibri" panose="020F0502020204030204" pitchFamily="34" charset="0"/>
                                  </a:rPr>
                                  <m:t>‖</m:t>
                                </m:r>
                              </m:e>
                              <m:sub>
                                <m:r>
                                  <a:rPr lang="zh-CN" altLang="en-US" sz="2800">
                                    <a:latin typeface="Cambria Math" panose="02040503050406030204" pitchFamily="18" charset="0"/>
                                    <a:ea typeface="微软雅黑" panose="020B0503020204020204" pitchFamily="34" charset="-122"/>
                                    <a:sym typeface="Calibri" panose="020F0502020204030204" pitchFamily="34" charset="0"/>
                                  </a:rPr>
                                  <m:t>1</m:t>
                                </m:r>
                              </m:sub>
                            </m:sSub>
                          </m:e>
                        </m:mr>
                        <m:mr>
                          <m:e>
                            <m:d>
                              <m:dPr>
                                <m:begChr m:val=""/>
                                <m:endChr m:val="}"/>
                                <m:ctrlPr>
                                  <a:rPr lang="zh-CN" altLang="en-US" sz="2800" i="1">
                                    <a:latin typeface="Cambria Math" panose="02040503050406030204" pitchFamily="18" charset="0"/>
                                    <a:ea typeface="微软雅黑" panose="020B0503020204020204" pitchFamily="34" charset="-122"/>
                                    <a:sym typeface="Calibri" panose="020F0502020204030204" pitchFamily="34" charset="0"/>
                                  </a:rPr>
                                </m:ctrlPr>
                              </m:dPr>
                              <m:e>
                                <m:r>
                                  <m:rPr>
                                    <m:nor/>
                                  </m:rPr>
                                  <a:rPr lang="zh-CN" altLang="en-US" sz="2800">
                                    <a:latin typeface="微软雅黑" panose="020B0503020204020204" pitchFamily="34" charset="-122"/>
                                    <a:ea typeface="微软雅黑" panose="020B0503020204020204" pitchFamily="34" charset="-122"/>
                                    <a:sym typeface="Calibri" panose="020F0502020204030204" pitchFamily="34" charset="0"/>
                                  </a:rPr>
                                  <m:t>s</m:t>
                                </m:r>
                                <m:r>
                                  <a:rPr lang="zh-CN" altLang="en-US" sz="2800">
                                    <a:latin typeface="Cambria Math" panose="02040503050406030204" pitchFamily="18" charset="0"/>
                                    <a:ea typeface="微软雅黑" panose="020B0503020204020204" pitchFamily="34" charset="-122"/>
                                    <a:sym typeface="Calibri" panose="020F0502020204030204" pitchFamily="34" charset="0"/>
                                  </a:rPr>
                                  <m:t>.</m:t>
                                </m:r>
                                <m:r>
                                  <a:rPr lang="zh-CN" altLang="en-US" sz="2800">
                                    <a:latin typeface="Cambria Math" panose="02040503050406030204" pitchFamily="18" charset="0"/>
                                    <a:ea typeface="微软雅黑" panose="020B0503020204020204" pitchFamily="34" charset="-122"/>
                                    <a:sym typeface="Calibri" panose="020F0502020204030204" pitchFamily="34" charset="0"/>
                                  </a:rPr>
                                  <m:t>𝑡</m:t>
                                </m:r>
                                <m:r>
                                  <a:rPr lang="zh-CN" altLang="en-US" sz="2800">
                                    <a:latin typeface="Cambria Math" panose="02040503050406030204" pitchFamily="18" charset="0"/>
                                    <a:ea typeface="微软雅黑" panose="020B0503020204020204" pitchFamily="34" charset="-122"/>
                                    <a:sym typeface="Calibri" panose="020F0502020204030204" pitchFamily="34" charset="0"/>
                                  </a:rPr>
                                  <m:t>.</m:t>
                                </m:r>
                                <m:r>
                                  <m:rPr>
                                    <m:nor/>
                                  </m:rPr>
                                  <a:rPr lang="zh-CN" altLang="en-US" sz="2800">
                                    <a:latin typeface="微软雅黑" panose="020B0503020204020204" pitchFamily="34" charset="-122"/>
                                    <a:ea typeface="微软雅黑" panose="020B0503020204020204" pitchFamily="34" charset="-122"/>
                                    <a:sym typeface="Calibri" panose="020F0502020204030204" pitchFamily="34" charset="0"/>
                                  </a:rPr>
                                  <m:t>  </m:t>
                                </m:r>
                                <m:r>
                                  <a:rPr lang="zh-CN" altLang="en-US" sz="2800">
                                    <a:latin typeface="Cambria Math" panose="02040503050406030204" pitchFamily="18" charset="0"/>
                                    <a:ea typeface="微软雅黑" panose="020B0503020204020204" pitchFamily="34" charset="-122"/>
                                    <a:sym typeface="Calibri" panose="020F0502020204030204" pitchFamily="34" charset="0"/>
                                  </a:rPr>
                                  <m:t>𝑀</m:t>
                                </m:r>
                                <m:r>
                                  <a:rPr lang="zh-CN" altLang="en-US" sz="2800">
                                    <a:latin typeface="Cambria Math" panose="02040503050406030204" pitchFamily="18" charset="0"/>
                                    <a:ea typeface="微软雅黑" panose="020B0503020204020204" pitchFamily="34" charset="-122"/>
                                    <a:sym typeface="Calibri" panose="020F0502020204030204" pitchFamily="34" charset="0"/>
                                  </a:rPr>
                                  <m:t>=</m:t>
                                </m:r>
                                <m:r>
                                  <a:rPr lang="zh-CN" altLang="en-US" sz="2800">
                                    <a:latin typeface="Cambria Math" panose="02040503050406030204" pitchFamily="18" charset="0"/>
                                    <a:ea typeface="微软雅黑" panose="020B0503020204020204" pitchFamily="34" charset="-122"/>
                                    <a:sym typeface="Calibri" panose="020F0502020204030204" pitchFamily="34" charset="0"/>
                                  </a:rPr>
                                  <m:t>𝐿</m:t>
                                </m:r>
                                <m:r>
                                  <a:rPr lang="zh-CN" altLang="en-US" sz="2800">
                                    <a:latin typeface="Cambria Math" panose="02040503050406030204" pitchFamily="18" charset="0"/>
                                    <a:ea typeface="微软雅黑" panose="020B0503020204020204" pitchFamily="34" charset="-122"/>
                                    <a:sym typeface="Calibri" panose="020F0502020204030204" pitchFamily="34" charset="0"/>
                                  </a:rPr>
                                  <m:t>+</m:t>
                                </m:r>
                                <m:r>
                                  <a:rPr lang="zh-CN" altLang="en-US" sz="2800">
                                    <a:latin typeface="Cambria Math" panose="02040503050406030204" pitchFamily="18" charset="0"/>
                                    <a:ea typeface="微软雅黑" panose="020B0503020204020204" pitchFamily="34" charset="-122"/>
                                    <a:sym typeface="Calibri" panose="020F0502020204030204" pitchFamily="34" charset="0"/>
                                  </a:rPr>
                                  <m:t>𝑆</m:t>
                                </m:r>
                                <m:r>
                                  <a:rPr lang="zh-CN" altLang="en-US" sz="2800">
                                    <a:latin typeface="Cambria Math" panose="02040503050406030204" pitchFamily="18" charset="0"/>
                                    <a:ea typeface="微软雅黑" panose="020B0503020204020204" pitchFamily="34" charset="-122"/>
                                    <a:sym typeface="Calibri" panose="020F0502020204030204" pitchFamily="34" charset="0"/>
                                  </a:rPr>
                                  <m:t>,</m:t>
                                </m:r>
                                <m:r>
                                  <m:rPr>
                                    <m:nor/>
                                  </m:rPr>
                                  <a:rPr lang="zh-CN" altLang="en-US" sz="2800">
                                    <a:latin typeface="微软雅黑" panose="020B0503020204020204" pitchFamily="34" charset="-122"/>
                                    <a:ea typeface="微软雅黑" panose="020B0503020204020204" pitchFamily="34" charset="-122"/>
                                    <a:sym typeface="Calibri" panose="020F0502020204030204" pitchFamily="34" charset="0"/>
                                  </a:rPr>
                                  <m:t>  </m:t>
                                </m:r>
                                <m:r>
                                  <a:rPr lang="zh-CN" altLang="en-US" sz="2800">
                                    <a:latin typeface="Cambria Math" panose="02040503050406030204" pitchFamily="18" charset="0"/>
                                    <a:ea typeface="微软雅黑" panose="020B0503020204020204" pitchFamily="34" charset="-122"/>
                                    <a:sym typeface="Calibri" panose="020F0502020204030204" pitchFamily="34" charset="0"/>
                                  </a:rPr>
                                  <m:t>𝑟𝑎𝑛𝑘</m:t>
                                </m:r>
                                <m:r>
                                  <a:rPr lang="zh-CN" altLang="en-US" sz="2800">
                                    <a:latin typeface="Cambria Math" panose="02040503050406030204" pitchFamily="18" charset="0"/>
                                    <a:ea typeface="微软雅黑" panose="020B0503020204020204" pitchFamily="34" charset="-122"/>
                                    <a:sym typeface="Calibri" panose="020F0502020204030204" pitchFamily="34" charset="0"/>
                                  </a:rPr>
                                  <m:t>(</m:t>
                                </m:r>
                                <m:r>
                                  <a:rPr lang="zh-CN" altLang="en-US" sz="2800">
                                    <a:latin typeface="Cambria Math" panose="02040503050406030204" pitchFamily="18" charset="0"/>
                                    <a:ea typeface="微软雅黑" panose="020B0503020204020204" pitchFamily="34" charset="-122"/>
                                    <a:sym typeface="Calibri" panose="020F0502020204030204" pitchFamily="34" charset="0"/>
                                  </a:rPr>
                                  <m:t>𝐿</m:t>
                                </m:r>
                                <m:r>
                                  <a:rPr lang="zh-CN" altLang="en-US" sz="2800">
                                    <a:latin typeface="Cambria Math" panose="02040503050406030204" pitchFamily="18" charset="0"/>
                                    <a:ea typeface="微软雅黑" panose="020B0503020204020204" pitchFamily="34" charset="-122"/>
                                    <a:sym typeface="Calibri" panose="020F0502020204030204" pitchFamily="34" charset="0"/>
                                  </a:rPr>
                                  <m:t>)≤</m:t>
                                </m:r>
                                <m:r>
                                  <a:rPr lang="zh-CN" altLang="en-US" sz="2800">
                                    <a:latin typeface="Cambria Math" panose="02040503050406030204" pitchFamily="18" charset="0"/>
                                    <a:ea typeface="微软雅黑" panose="020B0503020204020204" pitchFamily="34" charset="-122"/>
                                    <a:sym typeface="Calibri" panose="020F0502020204030204" pitchFamily="34" charset="0"/>
                                  </a:rPr>
                                  <m:t>𝑟</m:t>
                                </m:r>
                                <m:r>
                                  <a:rPr lang="zh-CN" altLang="en-US" sz="2800">
                                    <a:latin typeface="Cambria Math" panose="02040503050406030204" pitchFamily="18" charset="0"/>
                                    <a:ea typeface="微软雅黑" panose="020B0503020204020204" pitchFamily="34" charset="-122"/>
                                    <a:sym typeface="Calibri" panose="020F0502020204030204" pitchFamily="34" charset="0"/>
                                  </a:rPr>
                                  <m:t>&lt;</m:t>
                                </m:r>
                                <m:r>
                                  <m:rPr>
                                    <m:sty m:val="p"/>
                                  </m:rPr>
                                  <a:rPr lang="zh-CN" altLang="en-US" sz="2800">
                                    <a:latin typeface="Cambria Math" panose="02040503050406030204" pitchFamily="18" charset="0"/>
                                    <a:ea typeface="微软雅黑" panose="020B0503020204020204" pitchFamily="34" charset="-122"/>
                                    <a:sym typeface="Calibri" panose="020F0502020204030204" pitchFamily="34" charset="0"/>
                                  </a:rPr>
                                  <m:t>min</m:t>
                                </m:r>
                                <m:r>
                                  <a:rPr lang="zh-CN" altLang="en-US" sz="2800">
                                    <a:latin typeface="Cambria Math" panose="02040503050406030204" pitchFamily="18" charset="0"/>
                                    <a:ea typeface="微软雅黑" panose="020B0503020204020204" pitchFamily="34" charset="-122"/>
                                    <a:sym typeface="Calibri" panose="020F0502020204030204" pitchFamily="34" charset="0"/>
                                  </a:rPr>
                                  <m:t>{</m:t>
                                </m:r>
                                <m:r>
                                  <a:rPr lang="zh-CN" altLang="en-US" sz="2800">
                                    <a:latin typeface="Cambria Math" panose="02040503050406030204" pitchFamily="18" charset="0"/>
                                    <a:ea typeface="微软雅黑" panose="020B0503020204020204" pitchFamily="34" charset="-122"/>
                                    <a:sym typeface="Calibri" panose="020F0502020204030204" pitchFamily="34" charset="0"/>
                                  </a:rPr>
                                  <m:t>𝑚</m:t>
                                </m:r>
                                <m:r>
                                  <a:rPr lang="zh-CN" altLang="en-US" sz="2800">
                                    <a:latin typeface="Cambria Math" panose="02040503050406030204" pitchFamily="18" charset="0"/>
                                    <a:ea typeface="微软雅黑" panose="020B0503020204020204" pitchFamily="34" charset="-122"/>
                                    <a:sym typeface="Calibri" panose="020F0502020204030204" pitchFamily="34" charset="0"/>
                                  </a:rPr>
                                  <m:t>,</m:t>
                                </m:r>
                                <m:r>
                                  <a:rPr lang="zh-CN" altLang="en-US" sz="2800">
                                    <a:latin typeface="Cambria Math" panose="02040503050406030204" pitchFamily="18" charset="0"/>
                                    <a:ea typeface="微软雅黑" panose="020B0503020204020204" pitchFamily="34" charset="-122"/>
                                    <a:sym typeface="Calibri" panose="020F0502020204030204" pitchFamily="34" charset="0"/>
                                  </a:rPr>
                                  <m:t>𝑛</m:t>
                                </m:r>
                              </m:e>
                            </m:d>
                          </m:e>
                        </m:mr>
                      </m:m>
                      <m:r>
                        <m:rPr>
                          <m:nor/>
                        </m:rPr>
                        <a:rPr lang="zh-CN" altLang="en-US" sz="2800">
                          <a:latin typeface="微软雅黑" panose="020B0503020204020204" pitchFamily="34" charset="-122"/>
                          <a:ea typeface="微软雅黑" panose="020B0503020204020204" pitchFamily="34" charset="-122"/>
                          <a:sym typeface="Calibri" panose="020F0502020204030204" pitchFamily="34" charset="0"/>
                        </a:rPr>
                        <m:t>  </m:t>
                      </m:r>
                      <m:r>
                        <m:rPr>
                          <m:nor/>
                        </m:rPr>
                        <a:rPr lang="en-US" altLang="zh-CN" sz="2800" b="0" i="0" smtClean="0">
                          <a:latin typeface="微软雅黑" panose="020B0503020204020204" pitchFamily="34" charset="-122"/>
                          <a:ea typeface="微软雅黑" panose="020B0503020204020204" pitchFamily="34" charset="-122"/>
                          <a:sym typeface="Calibri" panose="020F0502020204030204" pitchFamily="34" charset="0"/>
                        </a:rPr>
                        <m:t>(1)</m:t>
                      </m:r>
                      <m:r>
                        <m:rPr>
                          <m:nor/>
                        </m:rPr>
                        <a:rPr lang="zh-CN" altLang="en-US" sz="2800">
                          <a:latin typeface="微软雅黑" panose="020B0503020204020204" pitchFamily="34" charset="-122"/>
                          <a:ea typeface="微软雅黑" panose="020B0503020204020204" pitchFamily="34" charset="-122"/>
                          <a:sym typeface="Calibri" panose="020F0502020204030204" pitchFamily="34" charset="0"/>
                        </a:rPr>
                        <m:t>         </m:t>
                      </m:r>
                    </m:oMath>
                  </m:oMathPara>
                </a14:m>
                <a:endParaRPr lang="zh-CN" altLang="en-US" sz="2800" dirty="0">
                  <a:latin typeface="微软雅黑" panose="020B0503020204020204" pitchFamily="34" charset="-122"/>
                  <a:ea typeface="微软雅黑" panose="020B0503020204020204" pitchFamily="34" charset="-122"/>
                  <a:sym typeface="Calibri" panose="020F0502020204030204" pitchFamily="34" charset="0"/>
                </a:endParaRPr>
              </a:p>
            </p:txBody>
          </p:sp>
        </mc:Choice>
        <mc:Fallback xmlns="">
          <p:sp>
            <p:nvSpPr>
              <p:cNvPr id="5" name="矩形 4">
                <a:extLst>
                  <a:ext uri="{FF2B5EF4-FFF2-40B4-BE49-F238E27FC236}">
                    <a16:creationId xmlns:a16="http://schemas.microsoft.com/office/drawing/2014/main" id="{9C6A127C-25DA-4976-8A30-0A42E9BA0F5F}"/>
                  </a:ext>
                </a:extLst>
              </p:cNvPr>
              <p:cNvSpPr>
                <a:spLocks noRot="1" noChangeAspect="1" noMove="1" noResize="1" noEditPoints="1" noAdjustHandles="1" noChangeArrowheads="1" noChangeShapeType="1" noTextEdit="1"/>
              </p:cNvSpPr>
              <p:nvPr/>
            </p:nvSpPr>
            <p:spPr>
              <a:xfrm>
                <a:off x="703263" y="13306915"/>
                <a:ext cx="15484475" cy="94724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4A5C8A89-A506-49B3-905B-C2E0081DA92C}"/>
                  </a:ext>
                </a:extLst>
              </p:cNvPr>
              <p:cNvSpPr/>
              <p:nvPr/>
            </p:nvSpPr>
            <p:spPr>
              <a:xfrm>
                <a:off x="717549" y="16102929"/>
                <a:ext cx="15432088" cy="82445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smtClean="0">
                          <a:latin typeface="Cambria Math" panose="02040503050406030204" pitchFamily="18" charset="0"/>
                          <a:ea typeface="微软雅黑" panose="020B0503020204020204" pitchFamily="34" charset="-122"/>
                        </a:rPr>
                        <m:t>𝑙</m:t>
                      </m:r>
                      <m:r>
                        <a:rPr lang="zh-CN" altLang="en-US" sz="2800" smtClean="0">
                          <a:latin typeface="Cambria Math" panose="02040503050406030204" pitchFamily="18" charset="0"/>
                          <a:ea typeface="微软雅黑" panose="020B0503020204020204" pitchFamily="34" charset="-122"/>
                        </a:rPr>
                        <m:t>(</m:t>
                      </m:r>
                      <m:r>
                        <a:rPr lang="zh-CN" altLang="en-US" sz="2800" smtClean="0">
                          <a:latin typeface="Cambria Math" panose="02040503050406030204" pitchFamily="18" charset="0"/>
                          <a:ea typeface="微软雅黑" panose="020B0503020204020204" pitchFamily="34" charset="-122"/>
                        </a:rPr>
                        <m:t>𝐿</m:t>
                      </m:r>
                      <m:r>
                        <a:rPr lang="zh-CN" altLang="en-US" sz="2800" smtClean="0">
                          <a:latin typeface="Cambria Math" panose="02040503050406030204" pitchFamily="18" charset="0"/>
                          <a:ea typeface="微软雅黑" panose="020B0503020204020204" pitchFamily="34" charset="-122"/>
                        </a:rPr>
                        <m:t>,</m:t>
                      </m:r>
                      <m:r>
                        <a:rPr lang="zh-CN" altLang="en-US" sz="2800" smtClean="0">
                          <a:latin typeface="Cambria Math" panose="02040503050406030204" pitchFamily="18" charset="0"/>
                          <a:ea typeface="微软雅黑" panose="020B0503020204020204" pitchFamily="34" charset="-122"/>
                        </a:rPr>
                        <m:t>𝑆</m:t>
                      </m:r>
                      <m:r>
                        <a:rPr lang="zh-CN" altLang="en-US" sz="2800" smtClean="0">
                          <a:latin typeface="Cambria Math" panose="02040503050406030204" pitchFamily="18" charset="0"/>
                          <a:ea typeface="微软雅黑" panose="020B0503020204020204" pitchFamily="34" charset="-122"/>
                        </a:rPr>
                        <m:t>,</m:t>
                      </m:r>
                      <m:r>
                        <a:rPr lang="zh-CN" altLang="en-US" sz="2800" smtClean="0">
                          <a:latin typeface="Cambria Math" panose="02040503050406030204" pitchFamily="18" charset="0"/>
                          <a:ea typeface="微软雅黑" panose="020B0503020204020204" pitchFamily="34" charset="-122"/>
                        </a:rPr>
                        <m:t>𝑌</m:t>
                      </m:r>
                      <m:r>
                        <a:rPr lang="zh-CN" altLang="en-US" sz="2800" smtClean="0">
                          <a:latin typeface="Cambria Math" panose="02040503050406030204" pitchFamily="18" charset="0"/>
                          <a:ea typeface="微软雅黑" panose="020B0503020204020204" pitchFamily="34" charset="-122"/>
                        </a:rPr>
                        <m:t>)=</m:t>
                      </m:r>
                      <m:sSub>
                        <m:sSubPr>
                          <m:ctrlPr>
                            <a:rPr lang="zh-CN" altLang="en-US" sz="2800" i="1">
                              <a:latin typeface="Cambria Math" panose="02040503050406030204" pitchFamily="18" charset="0"/>
                              <a:ea typeface="微软雅黑" panose="020B0503020204020204" pitchFamily="34" charset="-122"/>
                            </a:rPr>
                          </m:ctrlPr>
                        </m:sSubPr>
                        <m:e>
                          <m:d>
                            <m:dPr>
                              <m:begChr m:val="‖"/>
                              <m:endChr m:val="‖"/>
                              <m:ctrlPr>
                                <a:rPr lang="zh-CN" altLang="en-US" sz="2800" i="1">
                                  <a:latin typeface="Cambria Math" panose="02040503050406030204" pitchFamily="18" charset="0"/>
                                  <a:ea typeface="微软雅黑" panose="020B0503020204020204" pitchFamily="34" charset="-122"/>
                                </a:rPr>
                              </m:ctrlPr>
                            </m:dPr>
                            <m:e>
                              <m:r>
                                <a:rPr lang="zh-CN" altLang="en-US" sz="2800">
                                  <a:latin typeface="Cambria Math" panose="02040503050406030204" pitchFamily="18" charset="0"/>
                                  <a:ea typeface="微软雅黑" panose="020B0503020204020204" pitchFamily="34" charset="-122"/>
                                </a:rPr>
                                <m:t>𝐿</m:t>
                              </m:r>
                            </m:e>
                          </m:d>
                        </m:e>
                        <m:sub>
                          <m:r>
                            <a:rPr lang="zh-CN" altLang="en-US" sz="2800">
                              <a:latin typeface="Cambria Math" panose="02040503050406030204" pitchFamily="18" charset="0"/>
                              <a:ea typeface="微软雅黑" panose="020B0503020204020204" pitchFamily="34" charset="-122"/>
                            </a:rPr>
                            <m:t>∗</m:t>
                          </m:r>
                        </m:sub>
                      </m:sSub>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𝜆</m:t>
                      </m:r>
                      <m:sSub>
                        <m:sSubPr>
                          <m:ctrlPr>
                            <a:rPr lang="zh-CN" altLang="en-US" sz="2800" i="1">
                              <a:latin typeface="Cambria Math" panose="02040503050406030204" pitchFamily="18" charset="0"/>
                              <a:ea typeface="微软雅黑" panose="020B0503020204020204" pitchFamily="34" charset="-122"/>
                            </a:rPr>
                          </m:ctrlPr>
                        </m:sSubPr>
                        <m:e>
                          <m:d>
                            <m:dPr>
                              <m:begChr m:val="‖"/>
                              <m:endChr m:val="‖"/>
                              <m:ctrlPr>
                                <a:rPr lang="zh-CN" altLang="en-US" sz="2800" i="1">
                                  <a:latin typeface="Cambria Math" panose="02040503050406030204" pitchFamily="18" charset="0"/>
                                  <a:ea typeface="微软雅黑" panose="020B0503020204020204" pitchFamily="34" charset="-122"/>
                                </a:rPr>
                              </m:ctrlPr>
                            </m:dPr>
                            <m:e>
                              <m:r>
                                <a:rPr lang="zh-CN" altLang="en-US" sz="2800">
                                  <a:latin typeface="Cambria Math" panose="02040503050406030204" pitchFamily="18" charset="0"/>
                                  <a:ea typeface="微软雅黑" panose="020B0503020204020204" pitchFamily="34" charset="-122"/>
                                </a:rPr>
                                <m:t>𝑆</m:t>
                              </m:r>
                            </m:e>
                          </m:d>
                        </m:e>
                        <m:sub>
                          <m:r>
                            <a:rPr lang="zh-CN" altLang="en-US" sz="2800">
                              <a:latin typeface="Cambria Math" panose="02040503050406030204" pitchFamily="18" charset="0"/>
                              <a:ea typeface="微软雅黑" panose="020B0503020204020204" pitchFamily="34" charset="-122"/>
                            </a:rPr>
                            <m:t>1</m:t>
                          </m:r>
                        </m:sub>
                      </m:sSub>
                      <m:r>
                        <a:rPr lang="zh-CN" altLang="en-US" sz="2800">
                          <a:latin typeface="Cambria Math" panose="02040503050406030204" pitchFamily="18" charset="0"/>
                          <a:ea typeface="微软雅黑" panose="020B0503020204020204" pitchFamily="34" charset="-122"/>
                        </a:rPr>
                        <m:t>+&lt;</m:t>
                      </m:r>
                      <m:r>
                        <a:rPr lang="zh-CN" altLang="en-US" sz="2800">
                          <a:latin typeface="Cambria Math" panose="02040503050406030204" pitchFamily="18" charset="0"/>
                          <a:ea typeface="微软雅黑" panose="020B0503020204020204" pitchFamily="34" charset="-122"/>
                        </a:rPr>
                        <m:t>𝑌</m:t>
                      </m:r>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𝑀</m:t>
                      </m:r>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𝐿</m:t>
                      </m:r>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𝑆</m:t>
                      </m:r>
                      <m:r>
                        <a:rPr lang="zh-CN" altLang="en-US" sz="2800">
                          <a:latin typeface="Cambria Math" panose="02040503050406030204" pitchFamily="18" charset="0"/>
                          <a:ea typeface="微软雅黑" panose="020B0503020204020204" pitchFamily="34" charset="-122"/>
                        </a:rPr>
                        <m:t>&gt;+</m:t>
                      </m:r>
                      <m:f>
                        <m:fPr>
                          <m:ctrlPr>
                            <a:rPr lang="zh-CN" altLang="en-US" sz="2800" i="1">
                              <a:latin typeface="Cambria Math" panose="02040503050406030204" pitchFamily="18" charset="0"/>
                              <a:ea typeface="微软雅黑" panose="020B0503020204020204" pitchFamily="34" charset="-122"/>
                            </a:rPr>
                          </m:ctrlPr>
                        </m:fPr>
                        <m:num>
                          <m:r>
                            <a:rPr lang="zh-CN" altLang="en-US" sz="2800">
                              <a:latin typeface="Cambria Math" panose="02040503050406030204" pitchFamily="18" charset="0"/>
                              <a:ea typeface="微软雅黑" panose="020B0503020204020204" pitchFamily="34" charset="-122"/>
                            </a:rPr>
                            <m:t>𝜇</m:t>
                          </m:r>
                        </m:num>
                        <m:den>
                          <m:r>
                            <a:rPr lang="zh-CN" altLang="en-US" sz="2800">
                              <a:latin typeface="Cambria Math" panose="02040503050406030204" pitchFamily="18" charset="0"/>
                              <a:ea typeface="微软雅黑" panose="020B0503020204020204" pitchFamily="34" charset="-122"/>
                            </a:rPr>
                            <m:t>2</m:t>
                          </m:r>
                        </m:den>
                      </m:f>
                      <m:sSubSup>
                        <m:sSubSupPr>
                          <m:ctrlPr>
                            <a:rPr lang="zh-CN" altLang="en-US" sz="2800" i="1">
                              <a:latin typeface="Cambria Math" panose="02040503050406030204" pitchFamily="18" charset="0"/>
                              <a:ea typeface="微软雅黑" panose="020B0503020204020204" pitchFamily="34" charset="-122"/>
                            </a:rPr>
                          </m:ctrlPr>
                        </m:sSubSupPr>
                        <m:e>
                          <m:d>
                            <m:dPr>
                              <m:begChr m:val="‖"/>
                              <m:endChr m:val="‖"/>
                              <m:ctrlPr>
                                <a:rPr lang="zh-CN" altLang="en-US" sz="2800" i="1">
                                  <a:latin typeface="Cambria Math" panose="02040503050406030204" pitchFamily="18" charset="0"/>
                                  <a:ea typeface="微软雅黑" panose="020B0503020204020204" pitchFamily="34" charset="-122"/>
                                </a:rPr>
                              </m:ctrlPr>
                            </m:dPr>
                            <m:e>
                              <m:r>
                                <a:rPr lang="zh-CN" altLang="en-US" sz="2800">
                                  <a:latin typeface="Cambria Math" panose="02040503050406030204" pitchFamily="18" charset="0"/>
                                  <a:ea typeface="微软雅黑" panose="020B0503020204020204" pitchFamily="34" charset="-122"/>
                                </a:rPr>
                                <m:t>𝑀</m:t>
                              </m:r>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𝐿</m:t>
                              </m:r>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𝑆</m:t>
                              </m:r>
                            </m:e>
                          </m:d>
                        </m:e>
                        <m:sub>
                          <m:r>
                            <a:rPr lang="zh-CN" altLang="en-US" sz="2800">
                              <a:latin typeface="Cambria Math" panose="02040503050406030204" pitchFamily="18" charset="0"/>
                              <a:ea typeface="微软雅黑" panose="020B0503020204020204" pitchFamily="34" charset="-122"/>
                            </a:rPr>
                            <m:t>𝐹</m:t>
                          </m:r>
                        </m:sub>
                        <m:sup>
                          <m:r>
                            <a:rPr lang="zh-CN" altLang="en-US" sz="2800">
                              <a:latin typeface="Cambria Math" panose="02040503050406030204" pitchFamily="18" charset="0"/>
                              <a:ea typeface="微软雅黑" panose="020B0503020204020204" pitchFamily="34" charset="-122"/>
                            </a:rPr>
                            <m:t>2</m:t>
                          </m:r>
                        </m:sup>
                      </m:sSubSup>
                      <m:r>
                        <m:rPr>
                          <m:nor/>
                        </m:rPr>
                        <a:rPr lang="zh-CN" altLang="en-US" sz="2800">
                          <a:latin typeface="微软雅黑" panose="020B0503020204020204" pitchFamily="34" charset="-122"/>
                          <a:ea typeface="微软雅黑" panose="020B0503020204020204" pitchFamily="34" charset="-122"/>
                        </a:rPr>
                        <m:t> </m:t>
                      </m:r>
                      <m:r>
                        <m:rPr>
                          <m:nor/>
                        </m:rPr>
                        <a:rPr lang="en-US" altLang="zh-CN" sz="2800" b="0" i="0" smtClean="0">
                          <a:latin typeface="微软雅黑" panose="020B0503020204020204" pitchFamily="34" charset="-122"/>
                          <a:ea typeface="微软雅黑" panose="020B0503020204020204" pitchFamily="34" charset="-122"/>
                        </a:rPr>
                        <m:t>(2)</m:t>
                      </m:r>
                      <m:r>
                        <m:rPr>
                          <m:nor/>
                        </m:rPr>
                        <a:rPr lang="zh-CN" altLang="en-US" sz="2800" smtClean="0">
                          <a:latin typeface="微软雅黑" panose="020B0503020204020204" pitchFamily="34" charset="-122"/>
                          <a:ea typeface="微软雅黑" panose="020B0503020204020204" pitchFamily="34" charset="-122"/>
                        </a:rPr>
                        <m:t> </m:t>
                      </m:r>
                      <m:r>
                        <m:rPr>
                          <m:nor/>
                        </m:rPr>
                        <a:rPr lang="zh-CN" altLang="en-US" sz="2800">
                          <a:latin typeface="微软雅黑" panose="020B0503020204020204" pitchFamily="34" charset="-122"/>
                          <a:ea typeface="微软雅黑" panose="020B0503020204020204" pitchFamily="34" charset="-122"/>
                        </a:rPr>
                        <m:t> </m:t>
                      </m:r>
                    </m:oMath>
                  </m:oMathPara>
                </a14:m>
                <a:endParaRPr lang="zh-CN" altLang="en-US" sz="2800" dirty="0">
                  <a:latin typeface="微软雅黑" panose="020B0503020204020204" pitchFamily="34" charset="-122"/>
                  <a:ea typeface="微软雅黑" panose="020B0503020204020204" pitchFamily="34" charset="-122"/>
                </a:endParaRPr>
              </a:p>
            </p:txBody>
          </p:sp>
        </mc:Choice>
        <mc:Fallback xmlns="">
          <p:sp>
            <p:nvSpPr>
              <p:cNvPr id="7" name="矩形 6">
                <a:extLst>
                  <a:ext uri="{FF2B5EF4-FFF2-40B4-BE49-F238E27FC236}">
                    <a16:creationId xmlns:a16="http://schemas.microsoft.com/office/drawing/2014/main" id="{4A5C8A89-A506-49B3-905B-C2E0081DA92C}"/>
                  </a:ext>
                </a:extLst>
              </p:cNvPr>
              <p:cNvSpPr>
                <a:spLocks noRot="1" noChangeAspect="1" noMove="1" noResize="1" noEditPoints="1" noAdjustHandles="1" noChangeArrowheads="1" noChangeShapeType="1" noTextEdit="1"/>
              </p:cNvSpPr>
              <p:nvPr/>
            </p:nvSpPr>
            <p:spPr>
              <a:xfrm>
                <a:off x="717549" y="16102929"/>
                <a:ext cx="15432088" cy="824456"/>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5CD42EFB-FE29-4221-A667-6E847DBB7DA6}"/>
                  </a:ext>
                </a:extLst>
              </p:cNvPr>
              <p:cNvSpPr/>
              <p:nvPr/>
            </p:nvSpPr>
            <p:spPr>
              <a:xfrm>
                <a:off x="700088" y="17031287"/>
                <a:ext cx="15417800" cy="9693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limLow>
                        <m:limLowPr>
                          <m:ctrlPr>
                            <a:rPr lang="zh-CN" altLang="en-US" sz="2800" i="1">
                              <a:latin typeface="Cambria Math" panose="02040503050406030204" pitchFamily="18" charset="0"/>
                              <a:ea typeface="微软雅黑" panose="020B0503020204020204" pitchFamily="34" charset="-122"/>
                            </a:rPr>
                          </m:ctrlPr>
                        </m:limLowPr>
                        <m:e>
                          <m:r>
                            <m:rPr>
                              <m:sty m:val="p"/>
                            </m:rPr>
                            <a:rPr lang="zh-CN" altLang="en-US" sz="2800">
                              <a:latin typeface="Cambria Math" panose="02040503050406030204" pitchFamily="18" charset="0"/>
                              <a:ea typeface="微软雅黑" panose="020B0503020204020204" pitchFamily="34" charset="-122"/>
                            </a:rPr>
                            <m:t>argmin</m:t>
                          </m:r>
                        </m:e>
                        <m:lim>
                          <m:r>
                            <a:rPr lang="zh-CN" altLang="en-US" sz="2800">
                              <a:latin typeface="Cambria Math" panose="02040503050406030204" pitchFamily="18" charset="0"/>
                              <a:ea typeface="微软雅黑" panose="020B0503020204020204" pitchFamily="34" charset="-122"/>
                            </a:rPr>
                            <m:t>𝑆</m:t>
                          </m:r>
                        </m:lim>
                      </m:limLow>
                      <m:r>
                        <a:rPr lang="zh-CN" altLang="en-US" sz="2800">
                          <a:latin typeface="Cambria Math" panose="02040503050406030204" pitchFamily="18" charset="0"/>
                          <a:ea typeface="微软雅黑" panose="020B0503020204020204" pitchFamily="34" charset="-122"/>
                        </a:rPr>
                        <m:t>𝑙</m:t>
                      </m:r>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𝐿</m:t>
                      </m:r>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𝑆</m:t>
                      </m:r>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𝑌</m:t>
                      </m:r>
                      <m:r>
                        <a:rPr lang="zh-CN" altLang="en-US" sz="2800">
                          <a:latin typeface="Cambria Math" panose="02040503050406030204" pitchFamily="18" charset="0"/>
                          <a:ea typeface="微软雅黑" panose="020B0503020204020204" pitchFamily="34" charset="-122"/>
                        </a:rPr>
                        <m:t>)=</m:t>
                      </m:r>
                      <m:sSub>
                        <m:sSubPr>
                          <m:ctrlPr>
                            <a:rPr lang="zh-CN" altLang="en-US" sz="2800" i="1">
                              <a:latin typeface="Cambria Math" panose="02040503050406030204" pitchFamily="18" charset="0"/>
                              <a:ea typeface="微软雅黑" panose="020B0503020204020204" pitchFamily="34" charset="-122"/>
                            </a:rPr>
                          </m:ctrlPr>
                        </m:sSubPr>
                        <m:e>
                          <m:r>
                            <a:rPr lang="zh-CN" altLang="en-US" sz="2800">
                              <a:latin typeface="Cambria Math" panose="02040503050406030204" pitchFamily="18" charset="0"/>
                              <a:ea typeface="微软雅黑" panose="020B0503020204020204" pitchFamily="34" charset="-122"/>
                            </a:rPr>
                            <m:t>𝑆</m:t>
                          </m:r>
                        </m:e>
                        <m:sub>
                          <m:f>
                            <m:fPr>
                              <m:type m:val="lin"/>
                              <m:ctrlPr>
                                <a:rPr lang="zh-CN" altLang="en-US" sz="2800" i="1">
                                  <a:latin typeface="Cambria Math" panose="02040503050406030204" pitchFamily="18" charset="0"/>
                                  <a:ea typeface="微软雅黑" panose="020B0503020204020204" pitchFamily="34" charset="-122"/>
                                </a:rPr>
                              </m:ctrlPr>
                            </m:fPr>
                            <m:num>
                              <m:r>
                                <a:rPr lang="zh-CN" altLang="en-US" sz="2800">
                                  <a:latin typeface="Cambria Math" panose="02040503050406030204" pitchFamily="18" charset="0"/>
                                  <a:ea typeface="微软雅黑" panose="020B0503020204020204" pitchFamily="34" charset="-122"/>
                                </a:rPr>
                                <m:t>𝜆</m:t>
                              </m:r>
                            </m:num>
                            <m:den>
                              <m:r>
                                <a:rPr lang="zh-CN" altLang="en-US" sz="2800">
                                  <a:latin typeface="Cambria Math" panose="02040503050406030204" pitchFamily="18" charset="0"/>
                                  <a:ea typeface="微软雅黑" panose="020B0503020204020204" pitchFamily="34" charset="-122"/>
                                </a:rPr>
                                <m:t>𝜇</m:t>
                              </m:r>
                            </m:den>
                          </m:f>
                        </m:sub>
                      </m:sSub>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𝑀</m:t>
                      </m:r>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𝐿</m:t>
                      </m:r>
                      <m:r>
                        <a:rPr lang="zh-CN" altLang="en-US" sz="2800">
                          <a:latin typeface="Cambria Math" panose="02040503050406030204" pitchFamily="18" charset="0"/>
                          <a:ea typeface="微软雅黑" panose="020B0503020204020204" pitchFamily="34" charset="-122"/>
                        </a:rPr>
                        <m:t>+</m:t>
                      </m:r>
                      <m:f>
                        <m:fPr>
                          <m:ctrlPr>
                            <a:rPr lang="zh-CN" altLang="en-US" sz="2800" i="1">
                              <a:latin typeface="Cambria Math" panose="02040503050406030204" pitchFamily="18" charset="0"/>
                              <a:ea typeface="微软雅黑" panose="020B0503020204020204" pitchFamily="34" charset="-122"/>
                            </a:rPr>
                          </m:ctrlPr>
                        </m:fPr>
                        <m:num>
                          <m:r>
                            <a:rPr lang="zh-CN" altLang="en-US" sz="2800">
                              <a:latin typeface="Cambria Math" panose="02040503050406030204" pitchFamily="18" charset="0"/>
                              <a:ea typeface="微软雅黑" panose="020B0503020204020204" pitchFamily="34" charset="-122"/>
                            </a:rPr>
                            <m:t>1</m:t>
                          </m:r>
                        </m:num>
                        <m:den>
                          <m:r>
                            <a:rPr lang="zh-CN" altLang="en-US" sz="2800">
                              <a:latin typeface="Cambria Math" panose="02040503050406030204" pitchFamily="18" charset="0"/>
                              <a:ea typeface="微软雅黑" panose="020B0503020204020204" pitchFamily="34" charset="-122"/>
                            </a:rPr>
                            <m:t>𝜇</m:t>
                          </m:r>
                        </m:den>
                      </m:f>
                      <m:r>
                        <a:rPr lang="zh-CN" altLang="en-US" sz="2800">
                          <a:latin typeface="Cambria Math" panose="02040503050406030204" pitchFamily="18" charset="0"/>
                          <a:ea typeface="微软雅黑" panose="020B0503020204020204" pitchFamily="34" charset="-122"/>
                        </a:rPr>
                        <m:t>𝑌</m:t>
                      </m:r>
                      <m:r>
                        <a:rPr lang="zh-CN" altLang="en-US" sz="2800">
                          <a:latin typeface="Cambria Math" panose="02040503050406030204" pitchFamily="18" charset="0"/>
                          <a:ea typeface="微软雅黑" panose="020B0503020204020204" pitchFamily="34" charset="-122"/>
                        </a:rPr>
                        <m:t>)</m:t>
                      </m:r>
                      <m:r>
                        <m:rPr>
                          <m:nor/>
                        </m:rPr>
                        <a:rPr lang="zh-CN" altLang="en-US" sz="2800">
                          <a:latin typeface="微软雅黑" panose="020B0503020204020204" pitchFamily="34" charset="-122"/>
                          <a:ea typeface="微软雅黑" panose="020B0503020204020204" pitchFamily="34" charset="-122"/>
                        </a:rPr>
                        <m:t>  </m:t>
                      </m:r>
                      <m:r>
                        <m:rPr>
                          <m:nor/>
                        </m:rPr>
                        <a:rPr lang="en-US" altLang="zh-CN" sz="2800" b="0" i="0" smtClean="0">
                          <a:latin typeface="微软雅黑" panose="020B0503020204020204" pitchFamily="34" charset="-122"/>
                          <a:ea typeface="微软雅黑" panose="020B0503020204020204" pitchFamily="34" charset="-122"/>
                        </a:rPr>
                        <m:t>(3)</m:t>
                      </m:r>
                      <m:r>
                        <m:rPr>
                          <m:nor/>
                        </m:rPr>
                        <a:rPr lang="zh-CN" altLang="en-US" sz="2800">
                          <a:latin typeface="微软雅黑" panose="020B0503020204020204" pitchFamily="34" charset="-122"/>
                          <a:ea typeface="微软雅黑" panose="020B0503020204020204" pitchFamily="34" charset="-122"/>
                        </a:rPr>
                        <m:t> </m:t>
                      </m:r>
                    </m:oMath>
                  </m:oMathPara>
                </a14:m>
                <a:endParaRPr lang="zh-CN" altLang="en-US" sz="2800" dirty="0">
                  <a:latin typeface="微软雅黑" panose="020B0503020204020204" pitchFamily="34" charset="-122"/>
                  <a:ea typeface="微软雅黑" panose="020B0503020204020204" pitchFamily="34" charset="-122"/>
                </a:endParaRPr>
              </a:p>
            </p:txBody>
          </p:sp>
        </mc:Choice>
        <mc:Fallback xmlns="">
          <p:sp>
            <p:nvSpPr>
              <p:cNvPr id="8" name="矩形 7">
                <a:extLst>
                  <a:ext uri="{FF2B5EF4-FFF2-40B4-BE49-F238E27FC236}">
                    <a16:creationId xmlns:a16="http://schemas.microsoft.com/office/drawing/2014/main" id="{5CD42EFB-FE29-4221-A667-6E847DBB7DA6}"/>
                  </a:ext>
                </a:extLst>
              </p:cNvPr>
              <p:cNvSpPr>
                <a:spLocks noRot="1" noChangeAspect="1" noMove="1" noResize="1" noEditPoints="1" noAdjustHandles="1" noChangeArrowheads="1" noChangeShapeType="1" noTextEdit="1"/>
              </p:cNvSpPr>
              <p:nvPr/>
            </p:nvSpPr>
            <p:spPr>
              <a:xfrm>
                <a:off x="700088" y="17031287"/>
                <a:ext cx="15417800" cy="969304"/>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9ABC7FB6-D905-402B-80AC-809FA6C4C65B}"/>
                  </a:ext>
                </a:extLst>
              </p:cNvPr>
              <p:cNvSpPr/>
              <p:nvPr/>
            </p:nvSpPr>
            <p:spPr>
              <a:xfrm>
                <a:off x="655403" y="17871669"/>
                <a:ext cx="15474949" cy="9693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limLow>
                        <m:limLowPr>
                          <m:ctrlPr>
                            <a:rPr lang="zh-CN" altLang="en-US" sz="2800" i="1">
                              <a:latin typeface="Cambria Math" panose="02040503050406030204" pitchFamily="18" charset="0"/>
                              <a:ea typeface="微软雅黑" panose="020B0503020204020204" pitchFamily="34" charset="-122"/>
                            </a:rPr>
                          </m:ctrlPr>
                        </m:limLowPr>
                        <m:e>
                          <m:r>
                            <m:rPr>
                              <m:sty m:val="p"/>
                            </m:rPr>
                            <a:rPr lang="zh-CN" altLang="en-US" sz="2800">
                              <a:latin typeface="Cambria Math" panose="02040503050406030204" pitchFamily="18" charset="0"/>
                              <a:ea typeface="微软雅黑" panose="020B0503020204020204" pitchFamily="34" charset="-122"/>
                            </a:rPr>
                            <m:t>argmin</m:t>
                          </m:r>
                        </m:e>
                        <m:lim>
                          <m:r>
                            <a:rPr lang="zh-CN" altLang="en-US" sz="2800">
                              <a:latin typeface="Cambria Math" panose="02040503050406030204" pitchFamily="18" charset="0"/>
                              <a:ea typeface="微软雅黑" panose="020B0503020204020204" pitchFamily="34" charset="-122"/>
                            </a:rPr>
                            <m:t>𝐿</m:t>
                          </m:r>
                        </m:lim>
                      </m:limLow>
                      <m:r>
                        <a:rPr lang="zh-CN" altLang="en-US" sz="2800">
                          <a:latin typeface="Cambria Math" panose="02040503050406030204" pitchFamily="18" charset="0"/>
                          <a:ea typeface="微软雅黑" panose="020B0503020204020204" pitchFamily="34" charset="-122"/>
                        </a:rPr>
                        <m:t>𝑙</m:t>
                      </m:r>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𝐿</m:t>
                      </m:r>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𝑆</m:t>
                      </m:r>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𝑌</m:t>
                      </m:r>
                      <m:r>
                        <a:rPr lang="zh-CN" altLang="en-US" sz="2800">
                          <a:latin typeface="Cambria Math" panose="02040503050406030204" pitchFamily="18" charset="0"/>
                          <a:ea typeface="微软雅黑" panose="020B0503020204020204" pitchFamily="34" charset="-122"/>
                        </a:rPr>
                        <m:t>)=</m:t>
                      </m:r>
                      <m:sSub>
                        <m:sSubPr>
                          <m:ctrlPr>
                            <a:rPr lang="zh-CN" altLang="en-US" sz="2800" i="1">
                              <a:latin typeface="Cambria Math" panose="02040503050406030204" pitchFamily="18" charset="0"/>
                              <a:ea typeface="微软雅黑" panose="020B0503020204020204" pitchFamily="34" charset="-122"/>
                            </a:rPr>
                          </m:ctrlPr>
                        </m:sSubPr>
                        <m:e>
                          <m:r>
                            <a:rPr lang="zh-CN" altLang="en-US" sz="2800">
                              <a:latin typeface="Cambria Math" panose="02040503050406030204" pitchFamily="18" charset="0"/>
                              <a:ea typeface="微软雅黑" panose="020B0503020204020204" pitchFamily="34" charset="-122"/>
                            </a:rPr>
                            <m:t>𝒟</m:t>
                          </m:r>
                        </m:e>
                        <m:sub>
                          <m:f>
                            <m:fPr>
                              <m:type m:val="lin"/>
                              <m:ctrlPr>
                                <a:rPr lang="zh-CN" altLang="en-US" sz="2800" i="1">
                                  <a:latin typeface="Cambria Math" panose="02040503050406030204" pitchFamily="18" charset="0"/>
                                  <a:ea typeface="微软雅黑" panose="020B0503020204020204" pitchFamily="34" charset="-122"/>
                                </a:rPr>
                              </m:ctrlPr>
                            </m:fPr>
                            <m:num>
                              <m:r>
                                <a:rPr lang="zh-CN" altLang="en-US" sz="2800">
                                  <a:latin typeface="Cambria Math" panose="02040503050406030204" pitchFamily="18" charset="0"/>
                                  <a:ea typeface="微软雅黑" panose="020B0503020204020204" pitchFamily="34" charset="-122"/>
                                </a:rPr>
                                <m:t>𝜆</m:t>
                              </m:r>
                            </m:num>
                            <m:den>
                              <m:r>
                                <a:rPr lang="zh-CN" altLang="en-US" sz="2800">
                                  <a:latin typeface="Cambria Math" panose="02040503050406030204" pitchFamily="18" charset="0"/>
                                  <a:ea typeface="微软雅黑" panose="020B0503020204020204" pitchFamily="34" charset="-122"/>
                                </a:rPr>
                                <m:t>𝜇</m:t>
                              </m:r>
                            </m:den>
                          </m:f>
                        </m:sub>
                      </m:sSub>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𝑀</m:t>
                      </m:r>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𝐿</m:t>
                      </m:r>
                      <m:r>
                        <a:rPr lang="zh-CN" altLang="en-US" sz="2800">
                          <a:latin typeface="Cambria Math" panose="02040503050406030204" pitchFamily="18" charset="0"/>
                          <a:ea typeface="微软雅黑" panose="020B0503020204020204" pitchFamily="34" charset="-122"/>
                        </a:rPr>
                        <m:t>+</m:t>
                      </m:r>
                      <m:f>
                        <m:fPr>
                          <m:ctrlPr>
                            <a:rPr lang="zh-CN" altLang="en-US" sz="2800" i="1">
                              <a:latin typeface="Cambria Math" panose="02040503050406030204" pitchFamily="18" charset="0"/>
                              <a:ea typeface="微软雅黑" panose="020B0503020204020204" pitchFamily="34" charset="-122"/>
                            </a:rPr>
                          </m:ctrlPr>
                        </m:fPr>
                        <m:num>
                          <m:r>
                            <a:rPr lang="zh-CN" altLang="en-US" sz="2800">
                              <a:latin typeface="Cambria Math" panose="02040503050406030204" pitchFamily="18" charset="0"/>
                              <a:ea typeface="微软雅黑" panose="020B0503020204020204" pitchFamily="34" charset="-122"/>
                            </a:rPr>
                            <m:t>1</m:t>
                          </m:r>
                        </m:num>
                        <m:den>
                          <m:r>
                            <a:rPr lang="zh-CN" altLang="en-US" sz="2800">
                              <a:latin typeface="Cambria Math" panose="02040503050406030204" pitchFamily="18" charset="0"/>
                              <a:ea typeface="微软雅黑" panose="020B0503020204020204" pitchFamily="34" charset="-122"/>
                            </a:rPr>
                            <m:t>𝜇</m:t>
                          </m:r>
                        </m:den>
                      </m:f>
                      <m:r>
                        <a:rPr lang="zh-CN" altLang="en-US" sz="2800">
                          <a:latin typeface="Cambria Math" panose="02040503050406030204" pitchFamily="18" charset="0"/>
                          <a:ea typeface="微软雅黑" panose="020B0503020204020204" pitchFamily="34" charset="-122"/>
                        </a:rPr>
                        <m:t>𝑌</m:t>
                      </m:r>
                      <m:r>
                        <a:rPr lang="zh-CN" altLang="en-US" sz="2800">
                          <a:latin typeface="Cambria Math" panose="02040503050406030204" pitchFamily="18" charset="0"/>
                          <a:ea typeface="微软雅黑" panose="020B0503020204020204" pitchFamily="34" charset="-122"/>
                        </a:rPr>
                        <m:t>)</m:t>
                      </m:r>
                      <m:r>
                        <m:rPr>
                          <m:nor/>
                        </m:rPr>
                        <a:rPr lang="zh-CN" altLang="en-US" sz="2800">
                          <a:latin typeface="微软雅黑" panose="020B0503020204020204" pitchFamily="34" charset="-122"/>
                          <a:ea typeface="微软雅黑" panose="020B0503020204020204" pitchFamily="34" charset="-122"/>
                        </a:rPr>
                        <m:t> </m:t>
                      </m:r>
                      <m:r>
                        <m:rPr>
                          <m:nor/>
                        </m:rPr>
                        <a:rPr lang="en-US" altLang="zh-CN" sz="2800" b="0" i="0" smtClean="0">
                          <a:latin typeface="微软雅黑" panose="020B0503020204020204" pitchFamily="34" charset="-122"/>
                          <a:ea typeface="微软雅黑" panose="020B0503020204020204" pitchFamily="34" charset="-122"/>
                        </a:rPr>
                        <m:t> (4)</m:t>
                      </m:r>
                    </m:oMath>
                  </m:oMathPara>
                </a14:m>
                <a:endParaRPr lang="zh-CN" altLang="en-US" sz="2800" dirty="0">
                  <a:latin typeface="微软雅黑" panose="020B0503020204020204" pitchFamily="34" charset="-122"/>
                  <a:ea typeface="微软雅黑" panose="020B0503020204020204" pitchFamily="34" charset="-122"/>
                </a:endParaRPr>
              </a:p>
            </p:txBody>
          </p:sp>
        </mc:Choice>
        <mc:Fallback xmlns="">
          <p:sp>
            <p:nvSpPr>
              <p:cNvPr id="9" name="矩形 8">
                <a:extLst>
                  <a:ext uri="{FF2B5EF4-FFF2-40B4-BE49-F238E27FC236}">
                    <a16:creationId xmlns:a16="http://schemas.microsoft.com/office/drawing/2014/main" id="{9ABC7FB6-D905-402B-80AC-809FA6C4C65B}"/>
                  </a:ext>
                </a:extLst>
              </p:cNvPr>
              <p:cNvSpPr>
                <a:spLocks noRot="1" noChangeAspect="1" noMove="1" noResize="1" noEditPoints="1" noAdjustHandles="1" noChangeArrowheads="1" noChangeShapeType="1" noTextEdit="1"/>
              </p:cNvSpPr>
              <p:nvPr/>
            </p:nvSpPr>
            <p:spPr>
              <a:xfrm>
                <a:off x="655403" y="17871669"/>
                <a:ext cx="15474949" cy="969304"/>
              </a:xfrm>
              <a:prstGeom prst="rect">
                <a:avLst/>
              </a:prstGeom>
              <a:blipFill>
                <a:blip r:embed="rId11"/>
                <a:stretch>
                  <a:fillRect/>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81F80954-25A9-4617-A9D2-A2F80CFE14C9}"/>
              </a:ext>
            </a:extLst>
          </p:cNvPr>
          <p:cNvSpPr/>
          <p:nvPr/>
        </p:nvSpPr>
        <p:spPr>
          <a:xfrm>
            <a:off x="742943" y="18754787"/>
            <a:ext cx="15446375" cy="1708160"/>
          </a:xfrm>
          <a:prstGeom prst="rect">
            <a:avLst/>
          </a:prstGeom>
        </p:spPr>
        <p:txBody>
          <a:bodyPr wrap="square">
            <a:spAutoFit/>
          </a:bodyPr>
          <a:lstStyle/>
          <a:p>
            <a:pPr>
              <a:lnSpc>
                <a:spcPct val="125000"/>
              </a:lnSpc>
            </a:pPr>
            <a:r>
              <a:rPr lang="zh-CN" altLang="zh-CN" sz="2800" dirty="0" smtClean="0">
                <a:latin typeface="微软雅黑" panose="020B0503020204020204" pitchFamily="34" charset="-122"/>
                <a:ea typeface="微软雅黑" panose="020B0503020204020204" pitchFamily="34" charset="-122"/>
              </a:rPr>
              <a:t>其中</a:t>
            </a:r>
            <a:r>
              <a:rPr lang="zh-CN" altLang="zh-CN"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rPr>
              <a:t>为阈值收缩算子，其表达式为                                                   ，       为奇异值阈值迭代收缩算子，其表达式为                                                   。拉格朗日乘子矩阵</a:t>
            </a:r>
            <a:r>
              <a:rPr lang="en-US" altLang="zh-CN" sz="2800" dirty="0">
                <a:latin typeface="微软雅黑" panose="020B0503020204020204" pitchFamily="34" charset="-122"/>
                <a:ea typeface="微软雅黑" panose="020B0503020204020204" pitchFamily="34" charset="-122"/>
              </a:rPr>
              <a:t>Y</a:t>
            </a:r>
            <a:r>
              <a:rPr lang="zh-CN" altLang="en-US" sz="2800" dirty="0">
                <a:latin typeface="微软雅黑" panose="020B0503020204020204" pitchFamily="34" charset="-122"/>
                <a:ea typeface="微软雅黑" panose="020B0503020204020204" pitchFamily="34" charset="-122"/>
              </a:rPr>
              <a:t>的迭代更新表达式为                                         。</a:t>
            </a:r>
            <a:r>
              <a:rPr lang="en-US" altLang="zh-CN" sz="2800" dirty="0">
                <a:latin typeface="微软雅黑" panose="020B0503020204020204" pitchFamily="34" charset="-122"/>
                <a:ea typeface="微软雅黑" panose="020B0503020204020204" pitchFamily="34" charset="-122"/>
              </a:rPr>
              <a:t>μ&gt;0</a:t>
            </a:r>
            <a:r>
              <a:rPr lang="zh-CN" altLang="en-US" sz="2800" dirty="0">
                <a:latin typeface="微软雅黑" panose="020B0503020204020204" pitchFamily="34" charset="-122"/>
                <a:ea typeface="微软雅黑" panose="020B0503020204020204" pitchFamily="34" charset="-122"/>
              </a:rPr>
              <a:t>为正则化参数，其经验值为         </a:t>
            </a:r>
            <a:r>
              <a:rPr lang="zh-CN" altLang="en-US" sz="2800" dirty="0" smtClean="0">
                <a:latin typeface="微软雅黑" panose="020B0503020204020204" pitchFamily="34" charset="-122"/>
                <a:ea typeface="微软雅黑" panose="020B0503020204020204" pitchFamily="34" charset="-122"/>
              </a:rPr>
              <a:t>                    </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2" name="矩形 11">
                <a:extLst>
                  <a:ext uri="{FF2B5EF4-FFF2-40B4-BE49-F238E27FC236}">
                    <a16:creationId xmlns:a16="http://schemas.microsoft.com/office/drawing/2014/main" id="{710E9AB6-F9E8-4A4E-B87D-37401513E2EF}"/>
                  </a:ext>
                </a:extLst>
              </p:cNvPr>
              <p:cNvSpPr/>
              <p:nvPr/>
            </p:nvSpPr>
            <p:spPr>
              <a:xfrm>
                <a:off x="1722802" y="18813815"/>
                <a:ext cx="1417375" cy="5581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800" i="1">
                              <a:latin typeface="Cambria Math" panose="02040503050406030204" pitchFamily="18" charset="0"/>
                              <a:ea typeface="微软雅黑" panose="020B0503020204020204" pitchFamily="34" charset="-122"/>
                            </a:rPr>
                          </m:ctrlPr>
                        </m:sSubPr>
                        <m:e>
                          <m:r>
                            <a:rPr lang="zh-CN" altLang="en-US" sz="2800">
                              <a:latin typeface="Cambria Math" panose="02040503050406030204" pitchFamily="18" charset="0"/>
                              <a:ea typeface="微软雅黑" panose="020B0503020204020204" pitchFamily="34" charset="-122"/>
                            </a:rPr>
                            <m:t>𝑆</m:t>
                          </m:r>
                        </m:e>
                        <m:sub>
                          <m:f>
                            <m:fPr>
                              <m:type m:val="lin"/>
                              <m:ctrlPr>
                                <a:rPr lang="zh-CN" altLang="en-US" sz="2800" i="1">
                                  <a:latin typeface="Cambria Math" panose="02040503050406030204" pitchFamily="18" charset="0"/>
                                  <a:ea typeface="微软雅黑" panose="020B0503020204020204" pitchFamily="34" charset="-122"/>
                                </a:rPr>
                              </m:ctrlPr>
                            </m:fPr>
                            <m:num>
                              <m:r>
                                <a:rPr lang="zh-CN" altLang="en-US" sz="2800">
                                  <a:latin typeface="Cambria Math" panose="02040503050406030204" pitchFamily="18" charset="0"/>
                                  <a:ea typeface="微软雅黑" panose="020B0503020204020204" pitchFamily="34" charset="-122"/>
                                </a:rPr>
                                <m:t>𝜆</m:t>
                              </m:r>
                            </m:num>
                            <m:den>
                              <m:r>
                                <a:rPr lang="zh-CN" altLang="en-US" sz="2800">
                                  <a:latin typeface="Cambria Math" panose="02040503050406030204" pitchFamily="18" charset="0"/>
                                  <a:ea typeface="微软雅黑" panose="020B0503020204020204" pitchFamily="34" charset="-122"/>
                                </a:rPr>
                                <m:t>𝜇</m:t>
                              </m:r>
                            </m:den>
                          </m:f>
                        </m:sub>
                      </m:sSub>
                      <m:r>
                        <a:rPr lang="en-US" altLang="zh-CN"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𝑥</m:t>
                      </m:r>
                      <m:r>
                        <a:rPr lang="en-US" altLang="zh-CN" sz="2800">
                          <a:latin typeface="Cambria Math" panose="02040503050406030204" pitchFamily="18" charset="0"/>
                          <a:ea typeface="微软雅黑" panose="020B0503020204020204" pitchFamily="34" charset="-122"/>
                        </a:rPr>
                        <m:t>)</m:t>
                      </m:r>
                    </m:oMath>
                  </m:oMathPara>
                </a14:m>
                <a:endParaRPr lang="zh-CN" altLang="en-US" sz="2800" dirty="0">
                  <a:latin typeface="微软雅黑" panose="020B0503020204020204" pitchFamily="34" charset="-122"/>
                  <a:ea typeface="微软雅黑" panose="020B0503020204020204" pitchFamily="34" charset="-122"/>
                </a:endParaRPr>
              </a:p>
            </p:txBody>
          </p:sp>
        </mc:Choice>
        <mc:Fallback>
          <p:sp>
            <p:nvSpPr>
              <p:cNvPr id="12" name="矩形 11">
                <a:extLst>
                  <a:ext uri="{FF2B5EF4-FFF2-40B4-BE49-F238E27FC236}">
                    <a16:creationId xmlns:a16="http://schemas.microsoft.com/office/drawing/2014/main" id="{710E9AB6-F9E8-4A4E-B87D-37401513E2EF}"/>
                  </a:ext>
                </a:extLst>
              </p:cNvPr>
              <p:cNvSpPr>
                <a:spLocks noRot="1" noChangeAspect="1" noMove="1" noResize="1" noEditPoints="1" noAdjustHandles="1" noChangeArrowheads="1" noChangeShapeType="1" noTextEdit="1"/>
              </p:cNvSpPr>
              <p:nvPr/>
            </p:nvSpPr>
            <p:spPr>
              <a:xfrm>
                <a:off x="1722802" y="18813815"/>
                <a:ext cx="1417375" cy="558166"/>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矩形 13">
                <a:extLst>
                  <a:ext uri="{FF2B5EF4-FFF2-40B4-BE49-F238E27FC236}">
                    <a16:creationId xmlns:a16="http://schemas.microsoft.com/office/drawing/2014/main" id="{D7E97469-74A9-40A4-9A53-92A17CDFECCE}"/>
                  </a:ext>
                </a:extLst>
              </p:cNvPr>
              <p:cNvSpPr/>
              <p:nvPr/>
            </p:nvSpPr>
            <p:spPr>
              <a:xfrm>
                <a:off x="13218004" y="18797578"/>
                <a:ext cx="1003801" cy="5581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800" i="1">
                              <a:latin typeface="Cambria Math" panose="02040503050406030204" pitchFamily="18" charset="0"/>
                              <a:ea typeface="微软雅黑" panose="020B0503020204020204" pitchFamily="34" charset="-122"/>
                            </a:rPr>
                          </m:ctrlPr>
                        </m:sSubPr>
                        <m:e>
                          <m:r>
                            <a:rPr lang="zh-CN" altLang="en-US" sz="2800">
                              <a:latin typeface="Cambria Math" panose="02040503050406030204" pitchFamily="18" charset="0"/>
                              <a:ea typeface="微软雅黑" panose="020B0503020204020204" pitchFamily="34" charset="-122"/>
                            </a:rPr>
                            <m:t>𝒟</m:t>
                          </m:r>
                        </m:e>
                        <m:sub>
                          <m:f>
                            <m:fPr>
                              <m:type m:val="lin"/>
                              <m:ctrlPr>
                                <a:rPr lang="zh-CN" altLang="en-US" sz="2800" i="1">
                                  <a:latin typeface="Cambria Math" panose="02040503050406030204" pitchFamily="18" charset="0"/>
                                  <a:ea typeface="微软雅黑" panose="020B0503020204020204" pitchFamily="34" charset="-122"/>
                                </a:rPr>
                              </m:ctrlPr>
                            </m:fPr>
                            <m:num>
                              <m:r>
                                <a:rPr lang="zh-CN" altLang="en-US" sz="2800">
                                  <a:latin typeface="Cambria Math" panose="02040503050406030204" pitchFamily="18" charset="0"/>
                                  <a:ea typeface="微软雅黑" panose="020B0503020204020204" pitchFamily="34" charset="-122"/>
                                </a:rPr>
                                <m:t>1</m:t>
                              </m:r>
                            </m:num>
                            <m:den>
                              <m:r>
                                <a:rPr lang="zh-CN" altLang="en-US" sz="2800">
                                  <a:latin typeface="Cambria Math" panose="02040503050406030204" pitchFamily="18" charset="0"/>
                                  <a:ea typeface="微软雅黑" panose="020B0503020204020204" pitchFamily="34" charset="-122"/>
                                </a:rPr>
                                <m:t>𝜇</m:t>
                              </m:r>
                            </m:den>
                          </m:f>
                        </m:sub>
                      </m:sSub>
                    </m:oMath>
                  </m:oMathPara>
                </a14:m>
                <a:endParaRPr lang="zh-CN" altLang="en-US" sz="2800" dirty="0">
                  <a:latin typeface="微软雅黑" panose="020B0503020204020204" pitchFamily="34" charset="-122"/>
                  <a:ea typeface="微软雅黑" panose="020B0503020204020204" pitchFamily="34" charset="-122"/>
                </a:endParaRPr>
              </a:p>
            </p:txBody>
          </p:sp>
        </mc:Choice>
        <mc:Fallback>
          <p:sp>
            <p:nvSpPr>
              <p:cNvPr id="14" name="矩形 13">
                <a:extLst>
                  <a:ext uri="{FF2B5EF4-FFF2-40B4-BE49-F238E27FC236}">
                    <a16:creationId xmlns:a16="http://schemas.microsoft.com/office/drawing/2014/main" id="{D7E97469-74A9-40A4-9A53-92A17CDFECCE}"/>
                  </a:ext>
                </a:extLst>
              </p:cNvPr>
              <p:cNvSpPr>
                <a:spLocks noRot="1" noChangeAspect="1" noMove="1" noResize="1" noEditPoints="1" noAdjustHandles="1" noChangeArrowheads="1" noChangeShapeType="1" noTextEdit="1"/>
              </p:cNvSpPr>
              <p:nvPr/>
            </p:nvSpPr>
            <p:spPr>
              <a:xfrm>
                <a:off x="13218004" y="18797578"/>
                <a:ext cx="1003801" cy="558166"/>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矩形 14">
                <a:extLst>
                  <a:ext uri="{FF2B5EF4-FFF2-40B4-BE49-F238E27FC236}">
                    <a16:creationId xmlns:a16="http://schemas.microsoft.com/office/drawing/2014/main" id="{F13B1FF1-84FD-487F-B80E-E34EF3287689}"/>
                  </a:ext>
                </a:extLst>
              </p:cNvPr>
              <p:cNvSpPr/>
              <p:nvPr/>
            </p:nvSpPr>
            <p:spPr>
              <a:xfrm>
                <a:off x="12700" y="19319993"/>
                <a:ext cx="16367125" cy="575799"/>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zh-CN" altLang="en-US" sz="2800" i="1">
                              <a:latin typeface="Cambria Math" panose="02040503050406030204" pitchFamily="18" charset="0"/>
                              <a:ea typeface="微软雅黑" panose="020B0503020204020204" pitchFamily="34" charset="-122"/>
                            </a:rPr>
                          </m:ctrlPr>
                        </m:sSubPr>
                        <m:e>
                          <m:r>
                            <a:rPr lang="zh-CN" altLang="en-US" sz="2800">
                              <a:latin typeface="Cambria Math" panose="02040503050406030204" pitchFamily="18" charset="0"/>
                              <a:ea typeface="微软雅黑" panose="020B0503020204020204" pitchFamily="34" charset="-122"/>
                            </a:rPr>
                            <m:t>𝒟</m:t>
                          </m:r>
                        </m:e>
                        <m:sub>
                          <m:f>
                            <m:fPr>
                              <m:type m:val="lin"/>
                              <m:ctrlPr>
                                <a:rPr lang="zh-CN" altLang="en-US" sz="2800" i="1">
                                  <a:latin typeface="Cambria Math" panose="02040503050406030204" pitchFamily="18" charset="0"/>
                                  <a:ea typeface="微软雅黑" panose="020B0503020204020204" pitchFamily="34" charset="-122"/>
                                </a:rPr>
                              </m:ctrlPr>
                            </m:fPr>
                            <m:num>
                              <m:r>
                                <a:rPr lang="zh-CN" altLang="en-US" sz="2800">
                                  <a:latin typeface="Cambria Math" panose="02040503050406030204" pitchFamily="18" charset="0"/>
                                  <a:ea typeface="微软雅黑" panose="020B0503020204020204" pitchFamily="34" charset="-122"/>
                                </a:rPr>
                                <m:t>1</m:t>
                              </m:r>
                            </m:num>
                            <m:den>
                              <m:r>
                                <a:rPr lang="zh-CN" altLang="en-US" sz="2800">
                                  <a:latin typeface="Cambria Math" panose="02040503050406030204" pitchFamily="18" charset="0"/>
                                  <a:ea typeface="微软雅黑" panose="020B0503020204020204" pitchFamily="34" charset="-122"/>
                                </a:rPr>
                                <m:t>𝜇</m:t>
                              </m:r>
                            </m:den>
                          </m:f>
                        </m:sub>
                      </m:sSub>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𝑋</m:t>
                      </m:r>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𝑈</m:t>
                      </m:r>
                      <m:sSub>
                        <m:sSubPr>
                          <m:ctrlPr>
                            <a:rPr lang="zh-CN" altLang="en-US" sz="2800" i="1">
                              <a:latin typeface="Cambria Math" panose="02040503050406030204" pitchFamily="18" charset="0"/>
                              <a:ea typeface="微软雅黑" panose="020B0503020204020204" pitchFamily="34" charset="-122"/>
                            </a:rPr>
                          </m:ctrlPr>
                        </m:sSubPr>
                        <m:e>
                          <m:r>
                            <a:rPr lang="zh-CN" altLang="en-US" sz="2800">
                              <a:latin typeface="Cambria Math" panose="02040503050406030204" pitchFamily="18" charset="0"/>
                              <a:ea typeface="微软雅黑" panose="020B0503020204020204" pitchFamily="34" charset="-122"/>
                            </a:rPr>
                            <m:t>𝑆</m:t>
                          </m:r>
                        </m:e>
                        <m:sub>
                          <m:f>
                            <m:fPr>
                              <m:type m:val="lin"/>
                              <m:ctrlPr>
                                <a:rPr lang="zh-CN" altLang="en-US" sz="2800" i="1">
                                  <a:latin typeface="Cambria Math" panose="02040503050406030204" pitchFamily="18" charset="0"/>
                                  <a:ea typeface="微软雅黑" panose="020B0503020204020204" pitchFamily="34" charset="-122"/>
                                </a:rPr>
                              </m:ctrlPr>
                            </m:fPr>
                            <m:num>
                              <m:r>
                                <a:rPr lang="zh-CN" altLang="en-US" sz="2800">
                                  <a:latin typeface="Cambria Math" panose="02040503050406030204" pitchFamily="18" charset="0"/>
                                  <a:ea typeface="微软雅黑" panose="020B0503020204020204" pitchFamily="34" charset="-122"/>
                                </a:rPr>
                                <m:t>1</m:t>
                              </m:r>
                            </m:num>
                            <m:den>
                              <m:r>
                                <a:rPr lang="zh-CN" altLang="en-US" sz="2800">
                                  <a:latin typeface="Cambria Math" panose="02040503050406030204" pitchFamily="18" charset="0"/>
                                  <a:ea typeface="微软雅黑" panose="020B0503020204020204" pitchFamily="34" charset="-122"/>
                                </a:rPr>
                                <m:t>𝜇</m:t>
                              </m:r>
                            </m:den>
                          </m:f>
                        </m:sub>
                      </m:sSub>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𝛴</m:t>
                      </m:r>
                      <m:r>
                        <a:rPr lang="zh-CN" altLang="en-US" sz="2800">
                          <a:latin typeface="Cambria Math" panose="02040503050406030204" pitchFamily="18" charset="0"/>
                          <a:ea typeface="微软雅黑" panose="020B0503020204020204" pitchFamily="34" charset="-122"/>
                        </a:rPr>
                        <m:t>)</m:t>
                      </m:r>
                      <m:sSup>
                        <m:sSupPr>
                          <m:ctrlPr>
                            <a:rPr lang="zh-CN" altLang="en-US" sz="2800" i="1">
                              <a:latin typeface="Cambria Math" panose="02040503050406030204" pitchFamily="18" charset="0"/>
                              <a:ea typeface="微软雅黑" panose="020B0503020204020204" pitchFamily="34" charset="-122"/>
                            </a:rPr>
                          </m:ctrlPr>
                        </m:sSupPr>
                        <m:e>
                          <m:r>
                            <a:rPr lang="zh-CN" altLang="en-US" sz="2800">
                              <a:latin typeface="Cambria Math" panose="02040503050406030204" pitchFamily="18" charset="0"/>
                              <a:ea typeface="微软雅黑" panose="020B0503020204020204" pitchFamily="34" charset="-122"/>
                            </a:rPr>
                            <m:t>𝑉</m:t>
                          </m:r>
                        </m:e>
                        <m:sup>
                          <m:r>
                            <a:rPr lang="zh-CN" altLang="en-US" sz="2800">
                              <a:latin typeface="Cambria Math" panose="02040503050406030204" pitchFamily="18" charset="0"/>
                              <a:ea typeface="微软雅黑" panose="020B0503020204020204" pitchFamily="34" charset="-122"/>
                            </a:rPr>
                            <m:t>𝐻</m:t>
                          </m:r>
                        </m:sup>
                      </m:sSup>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𝑋</m:t>
                      </m:r>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𝑈</m:t>
                      </m:r>
                      <m:r>
                        <a:rPr lang="zh-CN" altLang="en-US" sz="2800">
                          <a:latin typeface="Cambria Math" panose="02040503050406030204" pitchFamily="18" charset="0"/>
                          <a:ea typeface="微软雅黑" panose="020B0503020204020204" pitchFamily="34" charset="-122"/>
                        </a:rPr>
                        <m:t>𝛴</m:t>
                      </m:r>
                      <m:sSup>
                        <m:sSupPr>
                          <m:ctrlPr>
                            <a:rPr lang="zh-CN" altLang="en-US" sz="2800" i="1">
                              <a:latin typeface="Cambria Math" panose="02040503050406030204" pitchFamily="18" charset="0"/>
                              <a:ea typeface="微软雅黑" panose="020B0503020204020204" pitchFamily="34" charset="-122"/>
                            </a:rPr>
                          </m:ctrlPr>
                        </m:sSupPr>
                        <m:e>
                          <m:r>
                            <a:rPr lang="zh-CN" altLang="en-US" sz="2800">
                              <a:latin typeface="Cambria Math" panose="02040503050406030204" pitchFamily="18" charset="0"/>
                              <a:ea typeface="微软雅黑" panose="020B0503020204020204" pitchFamily="34" charset="-122"/>
                            </a:rPr>
                            <m:t>𝑉</m:t>
                          </m:r>
                        </m:e>
                        <m:sup>
                          <m:r>
                            <a:rPr lang="zh-CN" altLang="en-US" sz="2800">
                              <a:latin typeface="Cambria Math" panose="02040503050406030204" pitchFamily="18" charset="0"/>
                              <a:ea typeface="微软雅黑" panose="020B0503020204020204" pitchFamily="34" charset="-122"/>
                            </a:rPr>
                            <m:t>𝐻</m:t>
                          </m:r>
                        </m:sup>
                      </m:sSup>
                    </m:oMath>
                  </m:oMathPara>
                </a14:m>
                <a:endParaRPr lang="zh-CN" altLang="en-US" sz="2800" dirty="0">
                  <a:latin typeface="微软雅黑" panose="020B0503020204020204" pitchFamily="34" charset="-122"/>
                  <a:ea typeface="微软雅黑" panose="020B0503020204020204" pitchFamily="34" charset="-122"/>
                </a:endParaRPr>
              </a:p>
            </p:txBody>
          </p:sp>
        </mc:Choice>
        <mc:Fallback>
          <p:sp>
            <p:nvSpPr>
              <p:cNvPr id="15" name="矩形 14">
                <a:extLst>
                  <a:ext uri="{FF2B5EF4-FFF2-40B4-BE49-F238E27FC236}">
                    <a16:creationId xmlns:a16="http://schemas.microsoft.com/office/drawing/2014/main" id="{F13B1FF1-84FD-487F-B80E-E34EF3287689}"/>
                  </a:ext>
                </a:extLst>
              </p:cNvPr>
              <p:cNvSpPr>
                <a:spLocks noRot="1" noChangeAspect="1" noMove="1" noResize="1" noEditPoints="1" noAdjustHandles="1" noChangeArrowheads="1" noChangeShapeType="1" noTextEdit="1"/>
              </p:cNvSpPr>
              <p:nvPr/>
            </p:nvSpPr>
            <p:spPr>
              <a:xfrm>
                <a:off x="12700" y="19319993"/>
                <a:ext cx="16367125" cy="575799"/>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矩形 15">
                <a:extLst>
                  <a:ext uri="{FF2B5EF4-FFF2-40B4-BE49-F238E27FC236}">
                    <a16:creationId xmlns:a16="http://schemas.microsoft.com/office/drawing/2014/main" id="{800A255A-8B49-4E0E-BF55-5382D66BA5CE}"/>
                  </a:ext>
                </a:extLst>
              </p:cNvPr>
              <p:cNvSpPr/>
              <p:nvPr/>
            </p:nvSpPr>
            <p:spPr>
              <a:xfrm>
                <a:off x="2172215" y="19875863"/>
                <a:ext cx="454874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2800" i="1">
                              <a:latin typeface="Cambria Math" panose="02040503050406030204" pitchFamily="18" charset="0"/>
                              <a:ea typeface="微软雅黑" panose="020B0503020204020204" pitchFamily="34" charset="-122"/>
                            </a:rPr>
                          </m:ctrlPr>
                        </m:dPr>
                        <m:e>
                          <m:sSub>
                            <m:sSubPr>
                              <m:ctrlPr>
                                <a:rPr lang="zh-CN" altLang="en-US" sz="2800" i="1">
                                  <a:latin typeface="Cambria Math" panose="02040503050406030204" pitchFamily="18" charset="0"/>
                                  <a:ea typeface="微软雅黑" panose="020B0503020204020204" pitchFamily="34" charset="-122"/>
                                </a:rPr>
                              </m:ctrlPr>
                            </m:sSubPr>
                            <m:e>
                              <m:r>
                                <a:rPr lang="zh-CN" altLang="en-US" sz="2800">
                                  <a:latin typeface="Cambria Math" panose="02040503050406030204" pitchFamily="18" charset="0"/>
                                  <a:ea typeface="微软雅黑" panose="020B0503020204020204" pitchFamily="34" charset="-122"/>
                                </a:rPr>
                                <m:t>𝑌</m:t>
                              </m:r>
                            </m:e>
                            <m:sub>
                              <m:r>
                                <a:rPr lang="zh-CN" altLang="en-US" sz="2800">
                                  <a:latin typeface="Cambria Math" panose="02040503050406030204" pitchFamily="18" charset="0"/>
                                  <a:ea typeface="微软雅黑" panose="020B0503020204020204" pitchFamily="34" charset="-122"/>
                                </a:rPr>
                                <m:t>𝑘</m:t>
                              </m:r>
                              <m:r>
                                <a:rPr lang="zh-CN" altLang="en-US" sz="2800">
                                  <a:latin typeface="Cambria Math" panose="02040503050406030204" pitchFamily="18" charset="0"/>
                                  <a:ea typeface="微软雅黑" panose="020B0503020204020204" pitchFamily="34" charset="-122"/>
                                </a:rPr>
                                <m:t>+1</m:t>
                              </m:r>
                            </m:sub>
                          </m:sSub>
                          <m:r>
                            <a:rPr lang="zh-CN" altLang="en-US" sz="2800">
                              <a:latin typeface="Cambria Math" panose="02040503050406030204" pitchFamily="18" charset="0"/>
                              <a:ea typeface="微软雅黑" panose="020B0503020204020204" pitchFamily="34" charset="-122"/>
                            </a:rPr>
                            <m:t>=</m:t>
                          </m:r>
                          <m:sSub>
                            <m:sSubPr>
                              <m:ctrlPr>
                                <a:rPr lang="zh-CN" altLang="en-US" sz="2800" i="1">
                                  <a:latin typeface="Cambria Math" panose="02040503050406030204" pitchFamily="18" charset="0"/>
                                  <a:ea typeface="微软雅黑" panose="020B0503020204020204" pitchFamily="34" charset="-122"/>
                                </a:rPr>
                              </m:ctrlPr>
                            </m:sSubPr>
                            <m:e>
                              <m:r>
                                <a:rPr lang="zh-CN" altLang="en-US" sz="2800">
                                  <a:latin typeface="Cambria Math" panose="02040503050406030204" pitchFamily="18" charset="0"/>
                                  <a:ea typeface="微软雅黑" panose="020B0503020204020204" pitchFamily="34" charset="-122"/>
                                </a:rPr>
                                <m:t>𝑌</m:t>
                              </m:r>
                            </m:e>
                            <m:sub>
                              <m:r>
                                <a:rPr lang="zh-CN" altLang="en-US" sz="2800">
                                  <a:latin typeface="Cambria Math" panose="02040503050406030204" pitchFamily="18" charset="0"/>
                                  <a:ea typeface="微软雅黑" panose="020B0503020204020204" pitchFamily="34" charset="-122"/>
                                </a:rPr>
                                <m:t>𝑘</m:t>
                              </m:r>
                            </m:sub>
                          </m:sSub>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𝜇</m:t>
                          </m:r>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𝑀</m:t>
                          </m:r>
                          <m:r>
                            <a:rPr lang="zh-CN" altLang="en-US" sz="2800">
                              <a:latin typeface="Cambria Math" panose="02040503050406030204" pitchFamily="18" charset="0"/>
                              <a:ea typeface="微软雅黑" panose="020B0503020204020204" pitchFamily="34" charset="-122"/>
                            </a:rPr>
                            <m:t>−</m:t>
                          </m:r>
                          <m:sSub>
                            <m:sSubPr>
                              <m:ctrlPr>
                                <a:rPr lang="zh-CN" altLang="en-US" sz="2800" i="1">
                                  <a:latin typeface="Cambria Math" panose="02040503050406030204" pitchFamily="18" charset="0"/>
                                  <a:ea typeface="微软雅黑" panose="020B0503020204020204" pitchFamily="34" charset="-122"/>
                                </a:rPr>
                              </m:ctrlPr>
                            </m:sSubPr>
                            <m:e>
                              <m:r>
                                <a:rPr lang="zh-CN" altLang="en-US" sz="2800">
                                  <a:latin typeface="Cambria Math" panose="02040503050406030204" pitchFamily="18" charset="0"/>
                                  <a:ea typeface="微软雅黑" panose="020B0503020204020204" pitchFamily="34" charset="-122"/>
                                </a:rPr>
                                <m:t>𝐿</m:t>
                              </m:r>
                            </m:e>
                            <m:sub>
                              <m:r>
                                <a:rPr lang="zh-CN" altLang="en-US" sz="2800">
                                  <a:latin typeface="Cambria Math" panose="02040503050406030204" pitchFamily="18" charset="0"/>
                                  <a:ea typeface="微软雅黑" panose="020B0503020204020204" pitchFamily="34" charset="-122"/>
                                </a:rPr>
                                <m:t>𝑘</m:t>
                              </m:r>
                            </m:sub>
                          </m:sSub>
                          <m:r>
                            <a:rPr lang="zh-CN" altLang="en-US" sz="2800">
                              <a:latin typeface="Cambria Math" panose="02040503050406030204" pitchFamily="18" charset="0"/>
                              <a:ea typeface="微软雅黑" panose="020B0503020204020204" pitchFamily="34" charset="-122"/>
                            </a:rPr>
                            <m:t>−</m:t>
                          </m:r>
                          <m:sSub>
                            <m:sSubPr>
                              <m:ctrlPr>
                                <a:rPr lang="zh-CN" altLang="en-US" sz="2800" i="1">
                                  <a:latin typeface="Cambria Math" panose="02040503050406030204" pitchFamily="18" charset="0"/>
                                  <a:ea typeface="微软雅黑" panose="020B0503020204020204" pitchFamily="34" charset="-122"/>
                                </a:rPr>
                              </m:ctrlPr>
                            </m:sSubPr>
                            <m:e>
                              <m:r>
                                <a:rPr lang="zh-CN" altLang="en-US" sz="2800">
                                  <a:latin typeface="Cambria Math" panose="02040503050406030204" pitchFamily="18" charset="0"/>
                                  <a:ea typeface="微软雅黑" panose="020B0503020204020204" pitchFamily="34" charset="-122"/>
                                </a:rPr>
                                <m:t>𝑆</m:t>
                              </m:r>
                            </m:e>
                            <m:sub>
                              <m:r>
                                <a:rPr lang="zh-CN" altLang="en-US" sz="2800">
                                  <a:latin typeface="Cambria Math" panose="02040503050406030204" pitchFamily="18" charset="0"/>
                                  <a:ea typeface="微软雅黑" panose="020B0503020204020204" pitchFamily="34" charset="-122"/>
                                </a:rPr>
                                <m:t>𝑘</m:t>
                              </m:r>
                            </m:sub>
                          </m:sSub>
                        </m:e>
                      </m:d>
                    </m:oMath>
                  </m:oMathPara>
                </a14:m>
                <a:endParaRPr lang="zh-CN" altLang="en-US" sz="2800" dirty="0">
                  <a:latin typeface="微软雅黑" panose="020B0503020204020204" pitchFamily="34" charset="-122"/>
                  <a:ea typeface="微软雅黑" panose="020B0503020204020204" pitchFamily="34" charset="-122"/>
                </a:endParaRPr>
              </a:p>
            </p:txBody>
          </p:sp>
        </mc:Choice>
        <mc:Fallback>
          <p:sp>
            <p:nvSpPr>
              <p:cNvPr id="16" name="矩形 15">
                <a:extLst>
                  <a:ext uri="{FF2B5EF4-FFF2-40B4-BE49-F238E27FC236}">
                    <a16:creationId xmlns:a16="http://schemas.microsoft.com/office/drawing/2014/main" id="{800A255A-8B49-4E0E-BF55-5382D66BA5CE}"/>
                  </a:ext>
                </a:extLst>
              </p:cNvPr>
              <p:cNvSpPr>
                <a:spLocks noRot="1" noChangeAspect="1" noMove="1" noResize="1" noEditPoints="1" noAdjustHandles="1" noChangeArrowheads="1" noChangeShapeType="1" noTextEdit="1"/>
              </p:cNvSpPr>
              <p:nvPr/>
            </p:nvSpPr>
            <p:spPr>
              <a:xfrm>
                <a:off x="2172215" y="19875863"/>
                <a:ext cx="4548746" cy="523220"/>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矩形 17">
                <a:extLst>
                  <a:ext uri="{FF2B5EF4-FFF2-40B4-BE49-F238E27FC236}">
                    <a16:creationId xmlns:a16="http://schemas.microsoft.com/office/drawing/2014/main" id="{41891D79-69B6-41F7-9BCF-825D3008FCCB}"/>
                  </a:ext>
                </a:extLst>
              </p:cNvPr>
              <p:cNvSpPr/>
              <p:nvPr/>
            </p:nvSpPr>
            <p:spPr>
              <a:xfrm>
                <a:off x="9887164" y="14169961"/>
                <a:ext cx="2812693" cy="9437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800" i="1">
                              <a:latin typeface="Cambria Math" panose="02040503050406030204" pitchFamily="18" charset="0"/>
                              <a:ea typeface="微软雅黑" panose="020B0503020204020204" pitchFamily="34" charset="-122"/>
                            </a:rPr>
                          </m:ctrlPr>
                        </m:sSubPr>
                        <m:e>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𝑆</m:t>
                          </m:r>
                          <m:r>
                            <a:rPr lang="zh-CN" altLang="en-US" sz="2800">
                              <a:latin typeface="Cambria Math" panose="02040503050406030204" pitchFamily="18" charset="0"/>
                              <a:ea typeface="微软雅黑" panose="020B0503020204020204" pitchFamily="34" charset="-122"/>
                            </a:rPr>
                            <m:t>‖</m:t>
                          </m:r>
                        </m:e>
                        <m:sub>
                          <m:r>
                            <a:rPr lang="zh-CN" altLang="en-US" sz="2800">
                              <a:latin typeface="Cambria Math" panose="02040503050406030204" pitchFamily="18" charset="0"/>
                              <a:ea typeface="微软雅黑" panose="020B0503020204020204" pitchFamily="34" charset="-122"/>
                            </a:rPr>
                            <m:t>1</m:t>
                          </m:r>
                        </m:sub>
                      </m:sSub>
                      <m:r>
                        <a:rPr lang="zh-CN" altLang="en-US" sz="2800">
                          <a:latin typeface="Cambria Math" panose="02040503050406030204" pitchFamily="18" charset="0"/>
                          <a:ea typeface="微软雅黑" panose="020B0503020204020204" pitchFamily="34" charset="-122"/>
                        </a:rPr>
                        <m:t>=</m:t>
                      </m:r>
                      <m:nary>
                        <m:naryPr>
                          <m:chr m:val="∑"/>
                          <m:limLoc m:val="subSup"/>
                          <m:grow m:val="on"/>
                          <m:supHide m:val="on"/>
                          <m:ctrlPr>
                            <a:rPr lang="zh-CN" altLang="en-US" sz="2800" i="1">
                              <a:latin typeface="Cambria Math" panose="02040503050406030204" pitchFamily="18" charset="0"/>
                              <a:ea typeface="微软雅黑" panose="020B0503020204020204" pitchFamily="34" charset="-122"/>
                            </a:rPr>
                          </m:ctrlPr>
                        </m:naryPr>
                        <m:sub>
                          <m:r>
                            <a:rPr lang="zh-CN" altLang="en-US" sz="2800">
                              <a:latin typeface="Cambria Math" panose="02040503050406030204" pitchFamily="18" charset="0"/>
                              <a:ea typeface="微软雅黑" panose="020B0503020204020204" pitchFamily="34" charset="-122"/>
                            </a:rPr>
                            <m:t>𝑖𝑗</m:t>
                          </m:r>
                        </m:sub>
                        <m:sup/>
                        <m:e>
                          <m:r>
                            <a:rPr lang="zh-CN" altLang="en-US" sz="2800">
                              <a:latin typeface="Cambria Math" panose="02040503050406030204" pitchFamily="18" charset="0"/>
                              <a:ea typeface="微软雅黑" panose="020B0503020204020204" pitchFamily="34" charset="-122"/>
                            </a:rPr>
                            <m:t>|</m:t>
                          </m:r>
                          <m:sSub>
                            <m:sSubPr>
                              <m:ctrlPr>
                                <a:rPr lang="zh-CN" altLang="en-US" sz="2800" i="1">
                                  <a:latin typeface="Cambria Math" panose="02040503050406030204" pitchFamily="18" charset="0"/>
                                  <a:ea typeface="微软雅黑" panose="020B0503020204020204" pitchFamily="34" charset="-122"/>
                                </a:rPr>
                              </m:ctrlPr>
                            </m:sSubPr>
                            <m:e>
                              <m:r>
                                <a:rPr lang="zh-CN" altLang="en-US" sz="2800">
                                  <a:latin typeface="Cambria Math" panose="02040503050406030204" pitchFamily="18" charset="0"/>
                                  <a:ea typeface="微软雅黑" panose="020B0503020204020204" pitchFamily="34" charset="-122"/>
                                </a:rPr>
                                <m:t>𝑆</m:t>
                              </m:r>
                            </m:e>
                            <m:sub>
                              <m:r>
                                <a:rPr lang="zh-CN" altLang="en-US" sz="2800">
                                  <a:latin typeface="Cambria Math" panose="02040503050406030204" pitchFamily="18" charset="0"/>
                                  <a:ea typeface="微软雅黑" panose="020B0503020204020204" pitchFamily="34" charset="-122"/>
                                </a:rPr>
                                <m:t>𝑖𝑗</m:t>
                              </m:r>
                            </m:sub>
                          </m:sSub>
                          <m:r>
                            <a:rPr lang="zh-CN" altLang="en-US" sz="2800">
                              <a:latin typeface="Cambria Math" panose="02040503050406030204" pitchFamily="18" charset="0"/>
                              <a:ea typeface="微软雅黑" panose="020B0503020204020204" pitchFamily="34" charset="-122"/>
                            </a:rPr>
                            <m:t>|</m:t>
                          </m:r>
                        </m:e>
                      </m:nary>
                    </m:oMath>
                  </m:oMathPara>
                </a14:m>
                <a:endParaRPr lang="zh-CN" altLang="en-US" sz="2800" dirty="0">
                  <a:latin typeface="微软雅黑" panose="020B0503020204020204" pitchFamily="34" charset="-122"/>
                  <a:ea typeface="微软雅黑" panose="020B0503020204020204" pitchFamily="34" charset="-122"/>
                </a:endParaRPr>
              </a:p>
            </p:txBody>
          </p:sp>
        </mc:Choice>
        <mc:Fallback>
          <p:sp>
            <p:nvSpPr>
              <p:cNvPr id="18" name="矩形 17">
                <a:extLst>
                  <a:ext uri="{FF2B5EF4-FFF2-40B4-BE49-F238E27FC236}">
                    <a16:creationId xmlns:a16="http://schemas.microsoft.com/office/drawing/2014/main" id="{41891D79-69B6-41F7-9BCF-825D3008FCCB}"/>
                  </a:ext>
                </a:extLst>
              </p:cNvPr>
              <p:cNvSpPr>
                <a:spLocks noRot="1" noChangeAspect="1" noMove="1" noResize="1" noEditPoints="1" noAdjustHandles="1" noChangeArrowheads="1" noChangeShapeType="1" noTextEdit="1"/>
              </p:cNvSpPr>
              <p:nvPr/>
            </p:nvSpPr>
            <p:spPr>
              <a:xfrm>
                <a:off x="9887164" y="14169961"/>
                <a:ext cx="2812693" cy="943720"/>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矩形 18">
                <a:extLst>
                  <a:ext uri="{FF2B5EF4-FFF2-40B4-BE49-F238E27FC236}">
                    <a16:creationId xmlns:a16="http://schemas.microsoft.com/office/drawing/2014/main" id="{84203637-DF8F-4516-95CC-22CFEC03719A}"/>
                  </a:ext>
                </a:extLst>
              </p:cNvPr>
              <p:cNvSpPr/>
              <p:nvPr/>
            </p:nvSpPr>
            <p:spPr>
              <a:xfrm>
                <a:off x="12885757" y="14276928"/>
                <a:ext cx="3192604" cy="6141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800">
                          <a:latin typeface="Cambria Math" panose="02040503050406030204" pitchFamily="18" charset="0"/>
                          <a:ea typeface="微软雅黑" panose="020B0503020204020204" pitchFamily="34" charset="-122"/>
                        </a:rPr>
                        <m:t>𝜆</m:t>
                      </m:r>
                      <m:r>
                        <a:rPr lang="zh-CN" altLang="en-US" sz="2800">
                          <a:latin typeface="Cambria Math" panose="02040503050406030204" pitchFamily="18" charset="0"/>
                          <a:ea typeface="微软雅黑" panose="020B0503020204020204" pitchFamily="34" charset="-122"/>
                        </a:rPr>
                        <m:t>=</m:t>
                      </m:r>
                      <m:f>
                        <m:fPr>
                          <m:type m:val="lin"/>
                          <m:ctrlPr>
                            <a:rPr lang="zh-CN" altLang="en-US" sz="2800" i="1">
                              <a:latin typeface="Cambria Math" panose="02040503050406030204" pitchFamily="18" charset="0"/>
                              <a:ea typeface="微软雅黑" panose="020B0503020204020204" pitchFamily="34" charset="-122"/>
                            </a:rPr>
                          </m:ctrlPr>
                        </m:fPr>
                        <m:num>
                          <m:r>
                            <a:rPr lang="zh-CN" altLang="en-US" sz="2800">
                              <a:latin typeface="Cambria Math" panose="02040503050406030204" pitchFamily="18" charset="0"/>
                              <a:ea typeface="微软雅黑" panose="020B0503020204020204" pitchFamily="34" charset="-122"/>
                            </a:rPr>
                            <m:t>1</m:t>
                          </m:r>
                        </m:num>
                        <m:den>
                          <m:rad>
                            <m:radPr>
                              <m:degHide m:val="on"/>
                              <m:ctrlPr>
                                <a:rPr lang="zh-CN" altLang="en-US" sz="2800" i="1">
                                  <a:latin typeface="Cambria Math" panose="02040503050406030204" pitchFamily="18" charset="0"/>
                                  <a:ea typeface="微软雅黑" panose="020B0503020204020204" pitchFamily="34" charset="-122"/>
                                </a:rPr>
                              </m:ctrlPr>
                            </m:radPr>
                            <m:deg/>
                            <m:e>
                              <m:d>
                                <m:dPr>
                                  <m:begChr m:val=""/>
                                  <m:endChr m:val="}"/>
                                  <m:ctrlPr>
                                    <a:rPr lang="zh-CN" altLang="en-US" sz="2800" i="1">
                                      <a:latin typeface="Cambria Math" panose="02040503050406030204" pitchFamily="18" charset="0"/>
                                      <a:ea typeface="微软雅黑" panose="020B0503020204020204" pitchFamily="34" charset="-122"/>
                                    </a:rPr>
                                  </m:ctrlPr>
                                </m:dPr>
                                <m:e>
                                  <m:r>
                                    <m:rPr>
                                      <m:sty m:val="p"/>
                                    </m:rPr>
                                    <a:rPr lang="zh-CN" altLang="en-US" sz="2800">
                                      <a:latin typeface="Cambria Math" panose="02040503050406030204" pitchFamily="18" charset="0"/>
                                      <a:ea typeface="微软雅黑" panose="020B0503020204020204" pitchFamily="34" charset="-122"/>
                                    </a:rPr>
                                    <m:t>max</m:t>
                                  </m:r>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𝑚</m:t>
                                  </m:r>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𝑛</m:t>
                                  </m:r>
                                </m:e>
                              </m:d>
                            </m:e>
                          </m:rad>
                        </m:den>
                      </m:f>
                    </m:oMath>
                  </m:oMathPara>
                </a14:m>
                <a:endParaRPr lang="zh-CN" altLang="en-US" sz="2800" dirty="0">
                  <a:latin typeface="微软雅黑" panose="020B0503020204020204" pitchFamily="34" charset="-122"/>
                  <a:ea typeface="微软雅黑" panose="020B0503020204020204" pitchFamily="34" charset="-122"/>
                </a:endParaRPr>
              </a:p>
            </p:txBody>
          </p:sp>
        </mc:Choice>
        <mc:Fallback>
          <p:sp>
            <p:nvSpPr>
              <p:cNvPr id="19" name="矩形 18">
                <a:extLst>
                  <a:ext uri="{FF2B5EF4-FFF2-40B4-BE49-F238E27FC236}">
                    <a16:creationId xmlns:a16="http://schemas.microsoft.com/office/drawing/2014/main" id="{84203637-DF8F-4516-95CC-22CFEC03719A}"/>
                  </a:ext>
                </a:extLst>
              </p:cNvPr>
              <p:cNvSpPr>
                <a:spLocks noRot="1" noChangeAspect="1" noMove="1" noResize="1" noEditPoints="1" noAdjustHandles="1" noChangeArrowheads="1" noChangeShapeType="1" noTextEdit="1"/>
              </p:cNvSpPr>
              <p:nvPr/>
            </p:nvSpPr>
            <p:spPr>
              <a:xfrm>
                <a:off x="12885757" y="14276928"/>
                <a:ext cx="3192604" cy="614142"/>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矩形 19">
                <a:extLst>
                  <a:ext uri="{FF2B5EF4-FFF2-40B4-BE49-F238E27FC236}">
                    <a16:creationId xmlns:a16="http://schemas.microsoft.com/office/drawing/2014/main" id="{E55D2BC8-7C20-48D9-80A0-3B4B19D82134}"/>
                  </a:ext>
                </a:extLst>
              </p:cNvPr>
              <p:cNvSpPr/>
              <p:nvPr/>
            </p:nvSpPr>
            <p:spPr>
              <a:xfrm>
                <a:off x="2302669" y="18816111"/>
                <a:ext cx="16367125" cy="558166"/>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zh-CN" altLang="en-US" sz="2800" i="1" smtClean="0">
                              <a:latin typeface="Cambria Math" panose="02040503050406030204" pitchFamily="18" charset="0"/>
                              <a:ea typeface="微软雅黑" panose="020B0503020204020204" pitchFamily="34" charset="-122"/>
                            </a:rPr>
                          </m:ctrlPr>
                        </m:sSubPr>
                        <m:e>
                          <m:r>
                            <a:rPr lang="zh-CN" altLang="en-US" sz="2800">
                              <a:latin typeface="Cambria Math" panose="02040503050406030204" pitchFamily="18" charset="0"/>
                              <a:ea typeface="微软雅黑" panose="020B0503020204020204" pitchFamily="34" charset="-122"/>
                            </a:rPr>
                            <m:t>𝑆</m:t>
                          </m:r>
                        </m:e>
                        <m:sub>
                          <m:f>
                            <m:fPr>
                              <m:type m:val="lin"/>
                              <m:ctrlPr>
                                <a:rPr lang="zh-CN" altLang="en-US" sz="2800" i="1">
                                  <a:latin typeface="Cambria Math" panose="02040503050406030204" pitchFamily="18" charset="0"/>
                                  <a:ea typeface="微软雅黑" panose="020B0503020204020204" pitchFamily="34" charset="-122"/>
                                </a:rPr>
                              </m:ctrlPr>
                            </m:fPr>
                            <m:num>
                              <m:r>
                                <a:rPr lang="zh-CN" altLang="en-US" sz="2800">
                                  <a:latin typeface="Cambria Math" panose="02040503050406030204" pitchFamily="18" charset="0"/>
                                  <a:ea typeface="微软雅黑" panose="020B0503020204020204" pitchFamily="34" charset="-122"/>
                                </a:rPr>
                                <m:t>𝜆</m:t>
                              </m:r>
                            </m:num>
                            <m:den>
                              <m:r>
                                <a:rPr lang="zh-CN" altLang="en-US" sz="2800">
                                  <a:latin typeface="Cambria Math" panose="02040503050406030204" pitchFamily="18" charset="0"/>
                                  <a:ea typeface="微软雅黑" panose="020B0503020204020204" pitchFamily="34" charset="-122"/>
                                </a:rPr>
                                <m:t>𝜇</m:t>
                              </m:r>
                            </m:den>
                          </m:f>
                        </m:sub>
                      </m:sSub>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𝑥</m:t>
                      </m:r>
                      <m:r>
                        <a:rPr lang="zh-CN" altLang="en-US" sz="2800">
                          <a:latin typeface="Cambria Math" panose="02040503050406030204" pitchFamily="18" charset="0"/>
                          <a:ea typeface="微软雅黑" panose="020B0503020204020204" pitchFamily="34" charset="-122"/>
                        </a:rPr>
                        <m:t>)=</m:t>
                      </m:r>
                      <m:r>
                        <m:rPr>
                          <m:sty m:val="p"/>
                        </m:rPr>
                        <a:rPr lang="zh-CN" altLang="en-US" sz="2800">
                          <a:latin typeface="Cambria Math" panose="02040503050406030204" pitchFamily="18" charset="0"/>
                          <a:ea typeface="微软雅黑" panose="020B0503020204020204" pitchFamily="34" charset="-122"/>
                        </a:rPr>
                        <m:t>sgn</m:t>
                      </m:r>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𝑥</m:t>
                      </m:r>
                      <m:r>
                        <a:rPr lang="zh-CN" altLang="en-US" sz="2800">
                          <a:latin typeface="Cambria Math" panose="02040503050406030204" pitchFamily="18" charset="0"/>
                          <a:ea typeface="微软雅黑" panose="020B0503020204020204" pitchFamily="34" charset="-122"/>
                        </a:rPr>
                        <m:t>)</m:t>
                      </m:r>
                      <m:r>
                        <m:rPr>
                          <m:sty m:val="p"/>
                        </m:rPr>
                        <a:rPr lang="zh-CN" altLang="en-US" sz="2800">
                          <a:latin typeface="Cambria Math" panose="02040503050406030204" pitchFamily="18" charset="0"/>
                          <a:ea typeface="微软雅黑" panose="020B0503020204020204" pitchFamily="34" charset="-122"/>
                        </a:rPr>
                        <m:t>max</m:t>
                      </m:r>
                      <m:r>
                        <a:rPr lang="zh-CN" altLang="en-US" sz="2800">
                          <a:latin typeface="Cambria Math" panose="02040503050406030204" pitchFamily="18" charset="0"/>
                          <a:ea typeface="微软雅黑" panose="020B0503020204020204" pitchFamily="34" charset="-122"/>
                        </a:rPr>
                        <m:t>(|</m:t>
                      </m:r>
                      <m:r>
                        <a:rPr lang="zh-CN" altLang="en-US" sz="2800">
                          <a:latin typeface="Cambria Math" panose="02040503050406030204" pitchFamily="18" charset="0"/>
                          <a:ea typeface="微软雅黑" panose="020B0503020204020204" pitchFamily="34" charset="-122"/>
                        </a:rPr>
                        <m:t>𝑥</m:t>
                      </m:r>
                      <m:r>
                        <a:rPr lang="zh-CN" altLang="en-US" sz="2800">
                          <a:latin typeface="Cambria Math" panose="02040503050406030204" pitchFamily="18" charset="0"/>
                          <a:ea typeface="微软雅黑" panose="020B0503020204020204" pitchFamily="34" charset="-122"/>
                        </a:rPr>
                        <m:t>|−</m:t>
                      </m:r>
                      <m:f>
                        <m:fPr>
                          <m:type m:val="lin"/>
                          <m:ctrlPr>
                            <a:rPr lang="zh-CN" altLang="en-US" sz="2800" i="1">
                              <a:latin typeface="Cambria Math" panose="02040503050406030204" pitchFamily="18" charset="0"/>
                              <a:ea typeface="微软雅黑" panose="020B0503020204020204" pitchFamily="34" charset="-122"/>
                            </a:rPr>
                          </m:ctrlPr>
                        </m:fPr>
                        <m:num>
                          <m:r>
                            <a:rPr lang="zh-CN" altLang="en-US" sz="2800">
                              <a:latin typeface="Cambria Math" panose="02040503050406030204" pitchFamily="18" charset="0"/>
                              <a:ea typeface="微软雅黑" panose="020B0503020204020204" pitchFamily="34" charset="-122"/>
                            </a:rPr>
                            <m:t>𝜆</m:t>
                          </m:r>
                        </m:num>
                        <m:den>
                          <m:r>
                            <a:rPr lang="zh-CN" altLang="en-US" sz="2800">
                              <a:latin typeface="Cambria Math" panose="02040503050406030204" pitchFamily="18" charset="0"/>
                              <a:ea typeface="微软雅黑" panose="020B0503020204020204" pitchFamily="34" charset="-122"/>
                            </a:rPr>
                            <m:t>𝜇</m:t>
                          </m:r>
                        </m:den>
                      </m:f>
                      <m:r>
                        <a:rPr lang="zh-CN" altLang="en-US" sz="2800">
                          <a:latin typeface="Cambria Math" panose="02040503050406030204" pitchFamily="18" charset="0"/>
                          <a:ea typeface="微软雅黑" panose="020B0503020204020204" pitchFamily="34" charset="-122"/>
                        </a:rPr>
                        <m:t>,0</m:t>
                      </m:r>
                      <m:r>
                        <a:rPr lang="en-US" altLang="zh-CN" sz="2800" b="0" i="1" smtClean="0">
                          <a:latin typeface="Cambria Math" panose="02040503050406030204" pitchFamily="18" charset="0"/>
                          <a:ea typeface="微软雅黑" panose="020B0503020204020204" pitchFamily="34" charset="-122"/>
                        </a:rPr>
                        <m:t>)</m:t>
                      </m:r>
                    </m:oMath>
                  </m:oMathPara>
                </a14:m>
                <a:endParaRPr lang="zh-CN" altLang="en-US" sz="2800" dirty="0">
                  <a:latin typeface="微软雅黑" panose="020B0503020204020204" pitchFamily="34" charset="-122"/>
                  <a:ea typeface="微软雅黑" panose="020B0503020204020204" pitchFamily="34" charset="-122"/>
                </a:endParaRPr>
              </a:p>
            </p:txBody>
          </p:sp>
        </mc:Choice>
        <mc:Fallback>
          <p:sp>
            <p:nvSpPr>
              <p:cNvPr id="20" name="矩形 19">
                <a:extLst>
                  <a:ext uri="{FF2B5EF4-FFF2-40B4-BE49-F238E27FC236}">
                    <a16:creationId xmlns:a16="http://schemas.microsoft.com/office/drawing/2014/main" id="{E55D2BC8-7C20-48D9-80A0-3B4B19D82134}"/>
                  </a:ext>
                </a:extLst>
              </p:cNvPr>
              <p:cNvSpPr>
                <a:spLocks noRot="1" noChangeAspect="1" noMove="1" noResize="1" noEditPoints="1" noAdjustHandles="1" noChangeArrowheads="1" noChangeShapeType="1" noTextEdit="1"/>
              </p:cNvSpPr>
              <p:nvPr/>
            </p:nvSpPr>
            <p:spPr>
              <a:xfrm>
                <a:off x="2302669" y="18816111"/>
                <a:ext cx="16367125" cy="558166"/>
              </a:xfrm>
              <a:prstGeom prst="rect">
                <a:avLst/>
              </a:prstGeom>
              <a:blipFill>
                <a:blip r:embed="rId18"/>
                <a:stretch>
                  <a:fillRect/>
                </a:stretch>
              </a:blipFill>
            </p:spPr>
            <p:txBody>
              <a:bodyPr/>
              <a:lstStyle/>
              <a:p>
                <a:r>
                  <a:rPr lang="zh-CN" altLang="en-US">
                    <a:noFill/>
                  </a:rPr>
                  <a:t> </a:t>
                </a:r>
              </a:p>
            </p:txBody>
          </p:sp>
        </mc:Fallback>
      </mc:AlternateContent>
      <p:pic>
        <p:nvPicPr>
          <p:cNvPr id="71" name="图片 114">
            <a:extLst>
              <a:ext uri="{FF2B5EF4-FFF2-40B4-BE49-F238E27FC236}">
                <a16:creationId xmlns:a16="http://schemas.microsoft.com/office/drawing/2014/main" id="{D6092C5C-8654-4DAF-8898-B0AF6CBE6063}"/>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20491" y="26102015"/>
            <a:ext cx="4886325" cy="439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 name="图片 115">
            <a:extLst>
              <a:ext uri="{FF2B5EF4-FFF2-40B4-BE49-F238E27FC236}">
                <a16:creationId xmlns:a16="http://schemas.microsoft.com/office/drawing/2014/main" id="{CC04E1ED-8042-40B3-B4D3-A032071A3FC5}"/>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943366" y="26102014"/>
            <a:ext cx="4881562" cy="439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 name="图片 116">
            <a:extLst>
              <a:ext uri="{FF2B5EF4-FFF2-40B4-BE49-F238E27FC236}">
                <a16:creationId xmlns:a16="http://schemas.microsoft.com/office/drawing/2014/main" id="{A31D7407-9278-4A79-B8C9-8C2CDDBF5A5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1161684" y="26106411"/>
            <a:ext cx="4881562" cy="439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 name="图片 117">
            <a:extLst>
              <a:ext uri="{FF2B5EF4-FFF2-40B4-BE49-F238E27FC236}">
                <a16:creationId xmlns:a16="http://schemas.microsoft.com/office/drawing/2014/main" id="{BDD83013-C1D9-4E06-8541-0EDC84E19588}"/>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47923" y="30825282"/>
            <a:ext cx="4881563" cy="439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 name="图片 118">
            <a:extLst>
              <a:ext uri="{FF2B5EF4-FFF2-40B4-BE49-F238E27FC236}">
                <a16:creationId xmlns:a16="http://schemas.microsoft.com/office/drawing/2014/main" id="{F2B10117-89B0-44AC-8D78-8300DB8BE686}"/>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025323" y="30776068"/>
            <a:ext cx="4881563" cy="439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 name="图片 119">
            <a:extLst>
              <a:ext uri="{FF2B5EF4-FFF2-40B4-BE49-F238E27FC236}">
                <a16:creationId xmlns:a16="http://schemas.microsoft.com/office/drawing/2014/main" id="{6294E57C-844F-4E3E-951E-25FA01CE9EDD}"/>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1144631" y="30736329"/>
            <a:ext cx="4881562" cy="439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 name="图片 120">
            <a:extLst>
              <a:ext uri="{FF2B5EF4-FFF2-40B4-BE49-F238E27FC236}">
                <a16:creationId xmlns:a16="http://schemas.microsoft.com/office/drawing/2014/main" id="{165D0C86-8EF4-4BAB-9AC2-A464D6019823}"/>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91368" y="35779074"/>
            <a:ext cx="4881562" cy="439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 name="图片 122">
            <a:extLst>
              <a:ext uri="{FF2B5EF4-FFF2-40B4-BE49-F238E27FC236}">
                <a16:creationId xmlns:a16="http://schemas.microsoft.com/office/drawing/2014/main" id="{9B90C26D-E319-4CEF-B1A4-31ECAF1FB658}"/>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1191876" y="35779073"/>
            <a:ext cx="4881562" cy="439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 name="文本框 13">
            <a:extLst>
              <a:ext uri="{FF2B5EF4-FFF2-40B4-BE49-F238E27FC236}">
                <a16:creationId xmlns:a16="http://schemas.microsoft.com/office/drawing/2014/main" id="{A5036372-8131-4013-AE44-1B3DEFAD292A}"/>
              </a:ext>
            </a:extLst>
          </p:cNvPr>
          <p:cNvSpPr txBox="1">
            <a:spLocks noChangeArrowheads="1"/>
          </p:cNvSpPr>
          <p:nvPr/>
        </p:nvSpPr>
        <p:spPr bwMode="auto">
          <a:xfrm>
            <a:off x="646274" y="30298403"/>
            <a:ext cx="1543208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8900">
                <a:solidFill>
                  <a:schemeClr val="tx1"/>
                </a:solidFill>
                <a:latin typeface="Arial" panose="020B0604020202020204" pitchFamily="34" charset="0"/>
                <a:ea typeface="宋体" panose="02010600030101010101" pitchFamily="2" charset="-122"/>
              </a:defRPr>
            </a:lvl1pPr>
            <a:lvl2pPr marL="742950" indent="-285750">
              <a:defRPr sz="8900">
                <a:solidFill>
                  <a:schemeClr val="tx1"/>
                </a:solidFill>
                <a:latin typeface="Arial" panose="020B0604020202020204" pitchFamily="34" charset="0"/>
                <a:ea typeface="宋体" panose="02010600030101010101" pitchFamily="2" charset="-122"/>
              </a:defRPr>
            </a:lvl2pPr>
            <a:lvl3pPr marL="1143000" indent="-228600">
              <a:defRPr sz="8900">
                <a:solidFill>
                  <a:schemeClr val="tx1"/>
                </a:solidFill>
                <a:latin typeface="Arial" panose="020B0604020202020204" pitchFamily="34" charset="0"/>
                <a:ea typeface="宋体" panose="02010600030101010101" pitchFamily="2" charset="-122"/>
              </a:defRPr>
            </a:lvl3pPr>
            <a:lvl4pPr marL="1600200" indent="-228600">
              <a:defRPr sz="8900">
                <a:solidFill>
                  <a:schemeClr val="tx1"/>
                </a:solidFill>
                <a:latin typeface="Arial" panose="020B0604020202020204" pitchFamily="34" charset="0"/>
                <a:ea typeface="宋体" panose="02010600030101010101" pitchFamily="2" charset="-122"/>
              </a:defRPr>
            </a:lvl4pPr>
            <a:lvl5pPr marL="2057400" indent="-228600">
              <a:defRPr sz="8900">
                <a:solidFill>
                  <a:schemeClr val="tx1"/>
                </a:solidFill>
                <a:latin typeface="Arial" panose="020B0604020202020204" pitchFamily="34" charset="0"/>
                <a:ea typeface="宋体" panose="02010600030101010101" pitchFamily="2" charset="-122"/>
              </a:defRPr>
            </a:lvl5pPr>
            <a:lvl6pPr marL="25146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6pPr>
            <a:lvl7pPr marL="29718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7pPr>
            <a:lvl8pPr marL="34290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8pPr>
            <a:lvl9pPr marL="38862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b="1" dirty="0">
                <a:latin typeface="微软雅黑" panose="020B0503020204020204" pitchFamily="34" charset="-122"/>
                <a:ea typeface="微软雅黑" panose="020B0503020204020204" pitchFamily="34" charset="-122"/>
                <a:sym typeface="宋体" panose="02010600030101010101" pitchFamily="2" charset="-122"/>
              </a:rPr>
              <a:t>         </a:t>
            </a:r>
            <a:r>
              <a:rPr lang="zh-CN" altLang="en-US" sz="2400" b="1" dirty="0" smtClean="0">
                <a:latin typeface="微软雅黑" panose="020B0503020204020204" pitchFamily="34" charset="-122"/>
                <a:ea typeface="微软雅黑" panose="020B0503020204020204" pitchFamily="34" charset="-122"/>
                <a:sym typeface="宋体" panose="02010600030101010101" pitchFamily="2" charset="-122"/>
              </a:rPr>
              <a:t>图</a:t>
            </a:r>
            <a:r>
              <a:rPr lang="en-US" altLang="zh-CN" sz="2400" b="1" dirty="0">
                <a:latin typeface="微软雅黑" panose="020B0503020204020204" pitchFamily="34" charset="-122"/>
                <a:ea typeface="微软雅黑" panose="020B0503020204020204" pitchFamily="34" charset="-122"/>
                <a:sym typeface="宋体" panose="02010600030101010101" pitchFamily="2" charset="-122"/>
              </a:rPr>
              <a:t>1</a:t>
            </a:r>
            <a:r>
              <a:rPr lang="en-US" altLang="zh-CN" sz="2400" b="1" dirty="0" smtClean="0">
                <a:latin typeface="微软雅黑" panose="020B0503020204020204" pitchFamily="34" charset="-122"/>
                <a:ea typeface="微软雅黑" panose="020B0503020204020204" pitchFamily="34" charset="-122"/>
                <a:sym typeface="宋体" panose="02010600030101010101" pitchFamily="2" charset="-122"/>
              </a:rPr>
              <a:t>.</a:t>
            </a:r>
            <a:r>
              <a:rPr lang="zh-CN" altLang="en-US" sz="2400" b="1" dirty="0">
                <a:latin typeface="微软雅黑" panose="020B0503020204020204" pitchFamily="34" charset="-122"/>
                <a:ea typeface="微软雅黑" panose="020B0503020204020204" pitchFamily="34" charset="-122"/>
                <a:sym typeface="宋体" panose="02010600030101010101" pitchFamily="2" charset="-122"/>
              </a:rPr>
              <a:t>无噪声</a:t>
            </a:r>
            <a:r>
              <a:rPr lang="zh-CN" altLang="en-US" sz="2400" b="1" dirty="0" smtClean="0">
                <a:latin typeface="微软雅黑" panose="020B0503020204020204" pitchFamily="34" charset="-122"/>
                <a:ea typeface="微软雅黑" panose="020B0503020204020204" pitchFamily="34" charset="-122"/>
                <a:sym typeface="宋体" panose="02010600030101010101" pitchFamily="2" charset="-122"/>
              </a:rPr>
              <a:t>线性轴模型                         </a:t>
            </a:r>
            <a:r>
              <a:rPr lang="zh-CN" altLang="en-US" sz="2400" b="1" dirty="0" smtClean="0">
                <a:latin typeface="微软雅黑" panose="020B0503020204020204" pitchFamily="34" charset="-122"/>
                <a:ea typeface="微软雅黑" panose="020B0503020204020204" pitchFamily="34" charset="-122"/>
                <a:sym typeface="宋体" panose="02010600030101010101" pitchFamily="2" charset="-122"/>
              </a:rPr>
              <a:t>图</a:t>
            </a:r>
            <a:r>
              <a:rPr lang="en-US" altLang="zh-CN" sz="2400" b="1" dirty="0">
                <a:latin typeface="微软雅黑" panose="020B0503020204020204" pitchFamily="34" charset="-122"/>
                <a:ea typeface="微软雅黑" panose="020B0503020204020204" pitchFamily="34" charset="-122"/>
                <a:sym typeface="宋体" panose="02010600030101010101" pitchFamily="2" charset="-122"/>
              </a:rPr>
              <a:t>2.</a:t>
            </a:r>
            <a:r>
              <a:rPr lang="zh-CN" altLang="en-US" sz="2400" b="1" dirty="0">
                <a:latin typeface="微软雅黑" panose="020B0503020204020204" pitchFamily="34" charset="-122"/>
                <a:ea typeface="微软雅黑" panose="020B0503020204020204" pitchFamily="34" charset="-122"/>
                <a:sym typeface="宋体" panose="02010600030101010101" pitchFamily="2" charset="-122"/>
              </a:rPr>
              <a:t>含异常值噪声数据                 </a:t>
            </a:r>
            <a:r>
              <a:rPr lang="zh-CN" altLang="en-US" sz="2400" b="1" dirty="0" smtClean="0">
                <a:latin typeface="微软雅黑" panose="020B0503020204020204" pitchFamily="34" charset="-122"/>
                <a:ea typeface="微软雅黑" panose="020B0503020204020204" pitchFamily="34" charset="-122"/>
                <a:sym typeface="宋体" panose="02010600030101010101" pitchFamily="2" charset="-122"/>
              </a:rPr>
              <a:t> </a:t>
            </a:r>
            <a:r>
              <a:rPr lang="zh-CN" altLang="en-US" sz="2400" b="1" dirty="0">
                <a:latin typeface="微软雅黑" panose="020B0503020204020204" pitchFamily="34" charset="-122"/>
                <a:ea typeface="微软雅黑" panose="020B0503020204020204" pitchFamily="34" charset="-122"/>
                <a:sym typeface="宋体" panose="02010600030101010101" pitchFamily="2" charset="-122"/>
              </a:rPr>
              <a:t>图</a:t>
            </a:r>
            <a:r>
              <a:rPr lang="en-US" altLang="zh-CN" sz="2400" b="1" dirty="0" smtClean="0">
                <a:latin typeface="微软雅黑" panose="020B0503020204020204" pitchFamily="34" charset="-122"/>
                <a:ea typeface="微软雅黑" panose="020B0503020204020204" pitchFamily="34" charset="-122"/>
                <a:sym typeface="宋体" panose="02010600030101010101" pitchFamily="2" charset="-122"/>
              </a:rPr>
              <a:t>3.F-XY</a:t>
            </a:r>
            <a:r>
              <a:rPr lang="zh-CN" altLang="en-US" sz="2400" b="1" dirty="0" smtClean="0">
                <a:latin typeface="微软雅黑" panose="020B0503020204020204" pitchFamily="34" charset="-122"/>
                <a:ea typeface="微软雅黑" panose="020B0503020204020204" pitchFamily="34" charset="-122"/>
                <a:sym typeface="宋体" panose="02010600030101010101" pitchFamily="2" charset="-122"/>
              </a:rPr>
              <a:t>预测滤波法去</a:t>
            </a:r>
            <a:r>
              <a:rPr lang="zh-CN" altLang="en-US" sz="2400" b="1" dirty="0">
                <a:latin typeface="微软雅黑" panose="020B0503020204020204" pitchFamily="34" charset="-122"/>
                <a:ea typeface="微软雅黑" panose="020B0503020204020204" pitchFamily="34" charset="-122"/>
                <a:sym typeface="宋体" panose="02010600030101010101" pitchFamily="2" charset="-122"/>
              </a:rPr>
              <a:t>噪结果</a:t>
            </a:r>
          </a:p>
        </p:txBody>
      </p:sp>
      <p:sp>
        <p:nvSpPr>
          <p:cNvPr id="81" name="文本框 16">
            <a:extLst>
              <a:ext uri="{FF2B5EF4-FFF2-40B4-BE49-F238E27FC236}">
                <a16:creationId xmlns:a16="http://schemas.microsoft.com/office/drawing/2014/main" id="{64726AA9-C4FF-426D-988B-74370E672FC9}"/>
              </a:ext>
            </a:extLst>
          </p:cNvPr>
          <p:cNvSpPr txBox="1">
            <a:spLocks noChangeArrowheads="1"/>
          </p:cNvSpPr>
          <p:nvPr/>
        </p:nvSpPr>
        <p:spPr bwMode="auto">
          <a:xfrm>
            <a:off x="711199" y="35028187"/>
            <a:ext cx="154447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900">
                <a:solidFill>
                  <a:schemeClr val="tx1"/>
                </a:solidFill>
                <a:latin typeface="Arial" panose="020B0604020202020204" pitchFamily="34" charset="0"/>
                <a:ea typeface="宋体" panose="02010600030101010101" pitchFamily="2" charset="-122"/>
              </a:defRPr>
            </a:lvl1pPr>
            <a:lvl2pPr marL="742950" indent="-285750">
              <a:defRPr sz="8900">
                <a:solidFill>
                  <a:schemeClr val="tx1"/>
                </a:solidFill>
                <a:latin typeface="Arial" panose="020B0604020202020204" pitchFamily="34" charset="0"/>
                <a:ea typeface="宋体" panose="02010600030101010101" pitchFamily="2" charset="-122"/>
              </a:defRPr>
            </a:lvl2pPr>
            <a:lvl3pPr marL="1143000" indent="-228600">
              <a:defRPr sz="8900">
                <a:solidFill>
                  <a:schemeClr val="tx1"/>
                </a:solidFill>
                <a:latin typeface="Arial" panose="020B0604020202020204" pitchFamily="34" charset="0"/>
                <a:ea typeface="宋体" panose="02010600030101010101" pitchFamily="2" charset="-122"/>
              </a:defRPr>
            </a:lvl3pPr>
            <a:lvl4pPr marL="1600200" indent="-228600">
              <a:defRPr sz="8900">
                <a:solidFill>
                  <a:schemeClr val="tx1"/>
                </a:solidFill>
                <a:latin typeface="Arial" panose="020B0604020202020204" pitchFamily="34" charset="0"/>
                <a:ea typeface="宋体" panose="02010600030101010101" pitchFamily="2" charset="-122"/>
              </a:defRPr>
            </a:lvl4pPr>
            <a:lvl5pPr marL="2057400" indent="-228600">
              <a:defRPr sz="8900">
                <a:solidFill>
                  <a:schemeClr val="tx1"/>
                </a:solidFill>
                <a:latin typeface="Arial" panose="020B0604020202020204" pitchFamily="34" charset="0"/>
                <a:ea typeface="宋体" panose="02010600030101010101" pitchFamily="2" charset="-122"/>
              </a:defRPr>
            </a:lvl5pPr>
            <a:lvl6pPr marL="25146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6pPr>
            <a:lvl7pPr marL="29718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7pPr>
            <a:lvl8pPr marL="34290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8pPr>
            <a:lvl9pPr marL="38862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dirty="0">
                <a:latin typeface="微软雅黑" panose="020B0503020204020204" pitchFamily="34" charset="-122"/>
                <a:ea typeface="微软雅黑" panose="020B0503020204020204" pitchFamily="34" charset="-122"/>
                <a:sym typeface="宋体" panose="02010600030101010101" pitchFamily="2" charset="-122"/>
              </a:rPr>
              <a:t>   </a:t>
            </a:r>
            <a:r>
              <a:rPr lang="zh-CN" altLang="en-US" sz="2400" b="1" dirty="0" smtClean="0">
                <a:latin typeface="微软雅黑" panose="020B0503020204020204" pitchFamily="34" charset="-122"/>
                <a:ea typeface="微软雅黑" panose="020B0503020204020204" pitchFamily="34" charset="-122"/>
                <a:sym typeface="宋体" panose="02010600030101010101" pitchFamily="2" charset="-122"/>
              </a:rPr>
              <a:t>图</a:t>
            </a:r>
            <a:r>
              <a:rPr lang="en-US" altLang="zh-CN" sz="2400" b="1" dirty="0" smtClean="0">
                <a:latin typeface="微软雅黑" panose="020B0503020204020204" pitchFamily="34" charset="-122"/>
                <a:ea typeface="微软雅黑" panose="020B0503020204020204" pitchFamily="34" charset="-122"/>
                <a:sym typeface="宋体" panose="02010600030101010101" pitchFamily="2" charset="-122"/>
              </a:rPr>
              <a:t>4.F-XY</a:t>
            </a:r>
            <a:r>
              <a:rPr lang="zh-CN" altLang="en-US" sz="2400" b="1" dirty="0" smtClean="0">
                <a:latin typeface="微软雅黑" panose="020B0503020204020204" pitchFamily="34" charset="-122"/>
                <a:ea typeface="微软雅黑" panose="020B0503020204020204" pitchFamily="34" charset="-122"/>
                <a:sym typeface="宋体" panose="02010600030101010101" pitchFamily="2" charset="-122"/>
              </a:rPr>
              <a:t>预测滤波法去除</a:t>
            </a:r>
            <a:r>
              <a:rPr lang="zh-CN" altLang="en-US" sz="2400" b="1" dirty="0">
                <a:latin typeface="微软雅黑" panose="020B0503020204020204" pitchFamily="34" charset="-122"/>
                <a:ea typeface="微软雅黑" panose="020B0503020204020204" pitchFamily="34" charset="-122"/>
                <a:sym typeface="宋体" panose="02010600030101010101" pitchFamily="2" charset="-122"/>
              </a:rPr>
              <a:t>的噪声</a:t>
            </a:r>
            <a:r>
              <a:rPr lang="zh-CN" altLang="zh-CN" sz="2400" b="1" dirty="0">
                <a:latin typeface="微软雅黑" panose="020B0503020204020204" pitchFamily="34" charset="-122"/>
                <a:ea typeface="微软雅黑" panose="020B0503020204020204" pitchFamily="34" charset="-122"/>
                <a:sym typeface="宋体" panose="02010600030101010101" pitchFamily="2" charset="-122"/>
              </a:rPr>
              <a:t>        </a:t>
            </a:r>
            <a:r>
              <a:rPr lang="en-US" altLang="zh-CN" sz="2400" b="1" dirty="0">
                <a:latin typeface="微软雅黑" panose="020B0503020204020204" pitchFamily="34" charset="-122"/>
                <a:ea typeface="微软雅黑" panose="020B0503020204020204" pitchFamily="34" charset="-122"/>
                <a:sym typeface="宋体" panose="02010600030101010101" pitchFamily="2" charset="-122"/>
              </a:rPr>
              <a:t>        </a:t>
            </a:r>
            <a:r>
              <a:rPr lang="zh-CN" altLang="zh-CN" sz="2400" b="1" dirty="0">
                <a:latin typeface="微软雅黑" panose="020B0503020204020204" pitchFamily="34" charset="-122"/>
                <a:ea typeface="微软雅黑" panose="020B0503020204020204" pitchFamily="34" charset="-122"/>
                <a:sym typeface="宋体" panose="02010600030101010101" pitchFamily="2" charset="-122"/>
              </a:rPr>
              <a:t> </a:t>
            </a:r>
            <a:r>
              <a:rPr lang="zh-CN" altLang="en-US" sz="2400" b="1" dirty="0">
                <a:latin typeface="微软雅黑" panose="020B0503020204020204" pitchFamily="34" charset="-122"/>
                <a:ea typeface="微软雅黑" panose="020B0503020204020204" pitchFamily="34" charset="-122"/>
                <a:sym typeface="宋体" panose="02010600030101010101" pitchFamily="2" charset="-122"/>
              </a:rPr>
              <a:t> </a:t>
            </a:r>
            <a:r>
              <a:rPr lang="zh-CN" altLang="zh-CN" sz="2400" b="1" dirty="0" smtClean="0">
                <a:latin typeface="微软雅黑" panose="020B0503020204020204" pitchFamily="34" charset="-122"/>
                <a:ea typeface="微软雅黑" panose="020B0503020204020204" pitchFamily="34" charset="-122"/>
                <a:sym typeface="宋体" panose="02010600030101010101" pitchFamily="2" charset="-122"/>
              </a:rPr>
              <a:t>图</a:t>
            </a:r>
            <a:r>
              <a:rPr lang="en-US" altLang="zh-CN" sz="2400" b="1" dirty="0" smtClean="0">
                <a:latin typeface="微软雅黑" panose="020B0503020204020204" pitchFamily="34" charset="-122"/>
                <a:ea typeface="微软雅黑" panose="020B0503020204020204" pitchFamily="34" charset="-122"/>
                <a:sym typeface="宋体" panose="02010600030101010101" pitchFamily="2" charset="-122"/>
              </a:rPr>
              <a:t>5.RPCA</a:t>
            </a:r>
            <a:r>
              <a:rPr lang="zh-CN" altLang="en-US" sz="2400" b="1" dirty="0" smtClean="0">
                <a:latin typeface="微软雅黑" panose="020B0503020204020204" pitchFamily="34" charset="-122"/>
                <a:ea typeface="微软雅黑" panose="020B0503020204020204" pitchFamily="34" charset="-122"/>
                <a:sym typeface="宋体" panose="02010600030101010101" pitchFamily="2" charset="-122"/>
              </a:rPr>
              <a:t>法去</a:t>
            </a:r>
            <a:r>
              <a:rPr lang="zh-CN" altLang="en-US" sz="2400" b="1" dirty="0">
                <a:latin typeface="微软雅黑" panose="020B0503020204020204" pitchFamily="34" charset="-122"/>
                <a:ea typeface="微软雅黑" panose="020B0503020204020204" pitchFamily="34" charset="-122"/>
                <a:sym typeface="宋体" panose="02010600030101010101" pitchFamily="2" charset="-122"/>
              </a:rPr>
              <a:t>噪结果                       </a:t>
            </a:r>
            <a:r>
              <a:rPr lang="zh-CN" altLang="en-US" sz="2400" b="1" dirty="0" smtClean="0">
                <a:latin typeface="微软雅黑" panose="020B0503020204020204" pitchFamily="34" charset="-122"/>
                <a:ea typeface="微软雅黑" panose="020B0503020204020204" pitchFamily="34" charset="-122"/>
                <a:sym typeface="宋体" panose="02010600030101010101" pitchFamily="2" charset="-122"/>
              </a:rPr>
              <a:t>图</a:t>
            </a:r>
            <a:r>
              <a:rPr lang="en-US" altLang="zh-CN" sz="2400" b="1" dirty="0" smtClean="0">
                <a:latin typeface="微软雅黑" panose="020B0503020204020204" pitchFamily="34" charset="-122"/>
                <a:ea typeface="微软雅黑" panose="020B0503020204020204" pitchFamily="34" charset="-122"/>
                <a:sym typeface="宋体" panose="02010600030101010101" pitchFamily="2" charset="-122"/>
              </a:rPr>
              <a:t>6.RPCA</a:t>
            </a:r>
            <a:r>
              <a:rPr lang="zh-CN" altLang="en-US" sz="2400" b="1" dirty="0" smtClean="0">
                <a:latin typeface="微软雅黑" panose="020B0503020204020204" pitchFamily="34" charset="-122"/>
                <a:ea typeface="微软雅黑" panose="020B0503020204020204" pitchFamily="34" charset="-122"/>
                <a:sym typeface="宋体" panose="02010600030101010101" pitchFamily="2" charset="-122"/>
              </a:rPr>
              <a:t>法去除</a:t>
            </a:r>
            <a:r>
              <a:rPr lang="zh-CN" altLang="en-US" sz="2400" b="1" dirty="0">
                <a:latin typeface="微软雅黑" panose="020B0503020204020204" pitchFamily="34" charset="-122"/>
                <a:ea typeface="微软雅黑" panose="020B0503020204020204" pitchFamily="34" charset="-122"/>
                <a:sym typeface="宋体" panose="02010600030101010101" pitchFamily="2" charset="-122"/>
              </a:rPr>
              <a:t>的噪声</a:t>
            </a:r>
          </a:p>
        </p:txBody>
      </p:sp>
      <p:sp>
        <p:nvSpPr>
          <p:cNvPr id="82" name="文本框 21">
            <a:extLst>
              <a:ext uri="{FF2B5EF4-FFF2-40B4-BE49-F238E27FC236}">
                <a16:creationId xmlns:a16="http://schemas.microsoft.com/office/drawing/2014/main" id="{CB9E9B82-226F-4874-B2C2-0DE95E2B8CA7}"/>
              </a:ext>
            </a:extLst>
          </p:cNvPr>
          <p:cNvSpPr txBox="1">
            <a:spLocks noChangeArrowheads="1"/>
          </p:cNvSpPr>
          <p:nvPr/>
        </p:nvSpPr>
        <p:spPr bwMode="auto">
          <a:xfrm>
            <a:off x="703263" y="40178037"/>
            <a:ext cx="154463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900">
                <a:solidFill>
                  <a:schemeClr val="tx1"/>
                </a:solidFill>
                <a:latin typeface="Arial" panose="020B0604020202020204" pitchFamily="34" charset="0"/>
                <a:ea typeface="宋体" panose="02010600030101010101" pitchFamily="2" charset="-122"/>
              </a:defRPr>
            </a:lvl1pPr>
            <a:lvl2pPr marL="742950" indent="-285750">
              <a:defRPr sz="8900">
                <a:solidFill>
                  <a:schemeClr val="tx1"/>
                </a:solidFill>
                <a:latin typeface="Arial" panose="020B0604020202020204" pitchFamily="34" charset="0"/>
                <a:ea typeface="宋体" panose="02010600030101010101" pitchFamily="2" charset="-122"/>
              </a:defRPr>
            </a:lvl2pPr>
            <a:lvl3pPr marL="1143000" indent="-228600">
              <a:defRPr sz="8900">
                <a:solidFill>
                  <a:schemeClr val="tx1"/>
                </a:solidFill>
                <a:latin typeface="Arial" panose="020B0604020202020204" pitchFamily="34" charset="0"/>
                <a:ea typeface="宋体" panose="02010600030101010101" pitchFamily="2" charset="-122"/>
              </a:defRPr>
            </a:lvl3pPr>
            <a:lvl4pPr marL="1600200" indent="-228600">
              <a:defRPr sz="8900">
                <a:solidFill>
                  <a:schemeClr val="tx1"/>
                </a:solidFill>
                <a:latin typeface="Arial" panose="020B0604020202020204" pitchFamily="34" charset="0"/>
                <a:ea typeface="宋体" panose="02010600030101010101" pitchFamily="2" charset="-122"/>
              </a:defRPr>
            </a:lvl4pPr>
            <a:lvl5pPr marL="2057400" indent="-228600">
              <a:defRPr sz="8900">
                <a:solidFill>
                  <a:schemeClr val="tx1"/>
                </a:solidFill>
                <a:latin typeface="Arial" panose="020B0604020202020204" pitchFamily="34" charset="0"/>
                <a:ea typeface="宋体" panose="02010600030101010101" pitchFamily="2" charset="-122"/>
              </a:defRPr>
            </a:lvl5pPr>
            <a:lvl6pPr marL="25146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6pPr>
            <a:lvl7pPr marL="29718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7pPr>
            <a:lvl8pPr marL="34290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8pPr>
            <a:lvl9pPr marL="3886200" indent="-228600" defTabSz="4508500" eaLnBrk="0" fontAlgn="base" hangingPunct="0">
              <a:spcBef>
                <a:spcPct val="0"/>
              </a:spcBef>
              <a:spcAft>
                <a:spcPct val="0"/>
              </a:spcAft>
              <a:defRPr sz="89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400" b="1" dirty="0">
                <a:latin typeface="微软雅黑" panose="020B0503020204020204" pitchFamily="34" charset="-122"/>
                <a:ea typeface="微软雅黑" panose="020B0503020204020204" pitchFamily="34" charset="-122"/>
                <a:sym typeface="宋体" panose="02010600030101010101" pitchFamily="2" charset="-122"/>
              </a:rPr>
              <a:t>            图</a:t>
            </a:r>
            <a:r>
              <a:rPr lang="en-US" altLang="zh-CN" sz="2400" b="1" dirty="0">
                <a:latin typeface="微软雅黑" panose="020B0503020204020204" pitchFamily="34" charset="-122"/>
                <a:ea typeface="微软雅黑" panose="020B0503020204020204" pitchFamily="34" charset="-122"/>
                <a:sym typeface="宋体" panose="02010600030101010101" pitchFamily="2" charset="-122"/>
              </a:rPr>
              <a:t>7</a:t>
            </a:r>
            <a:r>
              <a:rPr lang="en-US" altLang="zh-CN" sz="2400" b="1" dirty="0" smtClean="0">
                <a:latin typeface="微软雅黑" panose="020B0503020204020204" pitchFamily="34" charset="-122"/>
                <a:ea typeface="微软雅黑" panose="020B0503020204020204" pitchFamily="34" charset="-122"/>
                <a:sym typeface="宋体" panose="02010600030101010101" pitchFamily="2" charset="-122"/>
              </a:rPr>
              <a:t>.</a:t>
            </a:r>
            <a:r>
              <a:rPr lang="zh-CN" altLang="en-US" sz="2400" b="1" dirty="0">
                <a:latin typeface="微软雅黑" panose="020B0503020204020204" pitchFamily="34" charset="-122"/>
                <a:ea typeface="微软雅黑" panose="020B0503020204020204" pitchFamily="34" charset="-122"/>
                <a:sym typeface="宋体" panose="02010600030101010101" pitchFamily="2" charset="-122"/>
              </a:rPr>
              <a:t>无噪声</a:t>
            </a:r>
            <a:r>
              <a:rPr lang="zh-CN" altLang="en-US" sz="2400" b="1" dirty="0" smtClean="0">
                <a:latin typeface="微软雅黑" panose="020B0503020204020204" pitchFamily="34" charset="-122"/>
                <a:ea typeface="微软雅黑" panose="020B0503020204020204" pitchFamily="34" charset="-122"/>
                <a:sym typeface="宋体" panose="02010600030101010101" pitchFamily="2" charset="-122"/>
              </a:rPr>
              <a:t>弯曲轴模型</a:t>
            </a:r>
            <a:r>
              <a:rPr lang="zh-CN" altLang="zh-CN" sz="2400" b="1" dirty="0" smtClean="0">
                <a:latin typeface="微软雅黑" panose="020B0503020204020204" pitchFamily="34" charset="-122"/>
                <a:ea typeface="微软雅黑" panose="020B0503020204020204" pitchFamily="34" charset="-122"/>
                <a:sym typeface="宋体" panose="02010600030101010101" pitchFamily="2" charset="-122"/>
              </a:rPr>
              <a:t>                       </a:t>
            </a:r>
            <a:r>
              <a:rPr lang="en-US" altLang="zh-CN" sz="2400" b="1" dirty="0" smtClean="0">
                <a:latin typeface="微软雅黑" panose="020B0503020204020204" pitchFamily="34" charset="-122"/>
                <a:ea typeface="微软雅黑" panose="020B0503020204020204" pitchFamily="34" charset="-122"/>
                <a:sym typeface="宋体" panose="02010600030101010101" pitchFamily="2" charset="-122"/>
              </a:rPr>
              <a:t> </a:t>
            </a:r>
            <a:r>
              <a:rPr lang="zh-CN" altLang="zh-CN" sz="2400" b="1" dirty="0" smtClean="0">
                <a:latin typeface="微软雅黑" panose="020B0503020204020204" pitchFamily="34" charset="-122"/>
                <a:ea typeface="微软雅黑" panose="020B0503020204020204" pitchFamily="34" charset="-122"/>
                <a:sym typeface="宋体" panose="02010600030101010101" pitchFamily="2" charset="-122"/>
              </a:rPr>
              <a:t>图</a:t>
            </a:r>
            <a:r>
              <a:rPr lang="en-US" altLang="zh-CN" sz="2400" b="1" dirty="0">
                <a:latin typeface="微软雅黑" panose="020B0503020204020204" pitchFamily="34" charset="-122"/>
                <a:ea typeface="微软雅黑" panose="020B0503020204020204" pitchFamily="34" charset="-122"/>
                <a:sym typeface="宋体" panose="02010600030101010101" pitchFamily="2" charset="-122"/>
              </a:rPr>
              <a:t>8.</a:t>
            </a:r>
            <a:r>
              <a:rPr lang="zh-CN" altLang="en-US" sz="2400" b="1" dirty="0">
                <a:latin typeface="微软雅黑" panose="020B0503020204020204" pitchFamily="34" charset="-122"/>
                <a:ea typeface="微软雅黑" panose="020B0503020204020204" pitchFamily="34" charset="-122"/>
                <a:sym typeface="宋体" panose="02010600030101010101" pitchFamily="2" charset="-122"/>
              </a:rPr>
              <a:t>含异常值噪声数据                 </a:t>
            </a:r>
            <a:r>
              <a:rPr lang="zh-CN" altLang="en-US" sz="2400" b="1" dirty="0" smtClean="0">
                <a:latin typeface="微软雅黑" panose="020B0503020204020204" pitchFamily="34" charset="-122"/>
                <a:ea typeface="微软雅黑" panose="020B0503020204020204" pitchFamily="34" charset="-122"/>
                <a:sym typeface="宋体" panose="02010600030101010101" pitchFamily="2" charset="-122"/>
              </a:rPr>
              <a:t> 图</a:t>
            </a:r>
            <a:r>
              <a:rPr lang="en-US" altLang="zh-CN" sz="2400" b="1" dirty="0" smtClean="0">
                <a:latin typeface="微软雅黑" panose="020B0503020204020204" pitchFamily="34" charset="-122"/>
                <a:ea typeface="微软雅黑" panose="020B0503020204020204" pitchFamily="34" charset="-122"/>
                <a:sym typeface="宋体" panose="02010600030101010101" pitchFamily="2" charset="-122"/>
              </a:rPr>
              <a:t>9.F-XY</a:t>
            </a:r>
            <a:r>
              <a:rPr lang="zh-CN" altLang="en-US" sz="2400" b="1" dirty="0" smtClean="0">
                <a:latin typeface="微软雅黑" panose="020B0503020204020204" pitchFamily="34" charset="-122"/>
                <a:ea typeface="微软雅黑" panose="020B0503020204020204" pitchFamily="34" charset="-122"/>
                <a:sym typeface="宋体" panose="02010600030101010101" pitchFamily="2" charset="-122"/>
              </a:rPr>
              <a:t>预测滤波法去</a:t>
            </a:r>
            <a:r>
              <a:rPr lang="zh-CN" altLang="en-US" sz="2400" b="1" dirty="0">
                <a:latin typeface="微软雅黑" panose="020B0503020204020204" pitchFamily="34" charset="-122"/>
                <a:ea typeface="微软雅黑" panose="020B0503020204020204" pitchFamily="34" charset="-122"/>
                <a:sym typeface="宋体" panose="02010600030101010101" pitchFamily="2" charset="-122"/>
              </a:rPr>
              <a:t>噪结果</a:t>
            </a:r>
          </a:p>
        </p:txBody>
      </p:sp>
      <p:pic>
        <p:nvPicPr>
          <p:cNvPr id="83" name="图片 82">
            <a:extLst>
              <a:ext uri="{FF2B5EF4-FFF2-40B4-BE49-F238E27FC236}">
                <a16:creationId xmlns:a16="http://schemas.microsoft.com/office/drawing/2014/main" id="{0C1A05D4-705D-4E68-8373-D3BA081A13E2}"/>
              </a:ext>
            </a:extLst>
          </p:cNvPr>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16617952" y="12024247"/>
            <a:ext cx="15405303" cy="6202409"/>
          </a:xfrm>
          <a:prstGeom prst="rect">
            <a:avLst/>
          </a:prstGeom>
          <a:noFill/>
          <a:ln>
            <a:noFill/>
          </a:ln>
        </p:spPr>
      </p:pic>
      <p:pic>
        <p:nvPicPr>
          <p:cNvPr id="84" name="图片 83">
            <a:extLst>
              <a:ext uri="{FF2B5EF4-FFF2-40B4-BE49-F238E27FC236}">
                <a16:creationId xmlns:a16="http://schemas.microsoft.com/office/drawing/2014/main" id="{A6B3AA00-232B-4677-AAC8-007D36EA0A9A}"/>
              </a:ext>
            </a:extLst>
          </p:cNvPr>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16613188" y="18496106"/>
            <a:ext cx="15413038" cy="6202800"/>
          </a:xfrm>
          <a:prstGeom prst="rect">
            <a:avLst/>
          </a:prstGeom>
          <a:noFill/>
          <a:ln>
            <a:noFill/>
          </a:ln>
        </p:spPr>
      </p:pic>
      <p:pic>
        <p:nvPicPr>
          <p:cNvPr id="85" name="图片 84">
            <a:extLst>
              <a:ext uri="{FF2B5EF4-FFF2-40B4-BE49-F238E27FC236}">
                <a16:creationId xmlns:a16="http://schemas.microsoft.com/office/drawing/2014/main" id="{2B9922D6-5177-47EB-936D-43354D749033}"/>
              </a:ext>
            </a:extLst>
          </p:cNvPr>
          <p:cNvPicPr/>
          <p:nvPr/>
        </p:nvPicPr>
        <p:blipFill>
          <a:blip r:embed="rId29" cstate="print">
            <a:extLst>
              <a:ext uri="{28A0092B-C50C-407E-A947-70E740481C1C}">
                <a14:useLocalDpi xmlns:a14="http://schemas.microsoft.com/office/drawing/2010/main" val="0"/>
              </a:ext>
            </a:extLst>
          </a:blip>
          <a:srcRect/>
          <a:stretch>
            <a:fillRect/>
          </a:stretch>
        </p:blipFill>
        <p:spPr bwMode="auto">
          <a:xfrm>
            <a:off x="16627473" y="24991796"/>
            <a:ext cx="15417802" cy="6202800"/>
          </a:xfrm>
          <a:prstGeom prst="rect">
            <a:avLst/>
          </a:prstGeom>
          <a:noFill/>
          <a:ln>
            <a:noFill/>
          </a:ln>
        </p:spPr>
      </p:pic>
      <p:sp>
        <p:nvSpPr>
          <p:cNvPr id="86" name="矩形 85">
            <a:extLst>
              <a:ext uri="{FF2B5EF4-FFF2-40B4-BE49-F238E27FC236}">
                <a16:creationId xmlns:a16="http://schemas.microsoft.com/office/drawing/2014/main" id="{1FE05640-758E-41D1-BADA-06D679251671}"/>
              </a:ext>
            </a:extLst>
          </p:cNvPr>
          <p:cNvSpPr/>
          <p:nvPr/>
        </p:nvSpPr>
        <p:spPr>
          <a:xfrm>
            <a:off x="22741390" y="12418408"/>
            <a:ext cx="8882743" cy="1826774"/>
          </a:xfrm>
          <a:prstGeom prst="rect">
            <a:avLst/>
          </a:prstGeom>
          <a:noFill/>
          <a:ln w="25400" cap="flat" cmpd="sng" algn="ctr">
            <a:solidFill>
              <a:srgbClr val="FFFF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87" name="矩形 86">
            <a:extLst>
              <a:ext uri="{FF2B5EF4-FFF2-40B4-BE49-F238E27FC236}">
                <a16:creationId xmlns:a16="http://schemas.microsoft.com/office/drawing/2014/main" id="{B2336BEB-3DCB-4D5A-B9EA-D670589745AA}"/>
              </a:ext>
            </a:extLst>
          </p:cNvPr>
          <p:cNvSpPr/>
          <p:nvPr/>
        </p:nvSpPr>
        <p:spPr>
          <a:xfrm>
            <a:off x="22741715" y="18952361"/>
            <a:ext cx="8882743" cy="1826774"/>
          </a:xfrm>
          <a:prstGeom prst="rect">
            <a:avLst/>
          </a:prstGeom>
          <a:noFill/>
          <a:ln w="25400" cap="flat" cmpd="sng" algn="ctr">
            <a:solidFill>
              <a:srgbClr val="FFFF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88" name="矩形 87">
            <a:extLst>
              <a:ext uri="{FF2B5EF4-FFF2-40B4-BE49-F238E27FC236}">
                <a16:creationId xmlns:a16="http://schemas.microsoft.com/office/drawing/2014/main" id="{3B58D3DA-5798-459F-BB2E-3ED582DC3398}"/>
              </a:ext>
            </a:extLst>
          </p:cNvPr>
          <p:cNvSpPr/>
          <p:nvPr/>
        </p:nvSpPr>
        <p:spPr>
          <a:xfrm>
            <a:off x="22791285" y="25420101"/>
            <a:ext cx="8882743" cy="1826774"/>
          </a:xfrm>
          <a:prstGeom prst="rect">
            <a:avLst/>
          </a:prstGeom>
          <a:noFill/>
          <a:ln w="25400" cap="flat" cmpd="sng" algn="ctr">
            <a:solidFill>
              <a:srgbClr val="FFFF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mc:AlternateContent xmlns:mc="http://schemas.openxmlformats.org/markup-compatibility/2006">
        <mc:Choice xmlns:a14="http://schemas.microsoft.com/office/drawing/2010/main" Requires="a14">
          <p:sp>
            <p:nvSpPr>
              <p:cNvPr id="3" name="矩形 2"/>
              <p:cNvSpPr/>
              <p:nvPr/>
            </p:nvSpPr>
            <p:spPr>
              <a:xfrm>
                <a:off x="11777426" y="19831796"/>
                <a:ext cx="3146054" cy="52322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begChr m:val=""/>
                          <m:ctrlPr>
                            <a:rPr lang="zh-CN" altLang="en-US" sz="2800">
                              <a:latin typeface="Cambria Math" panose="02040503050406030204" pitchFamily="18" charset="0"/>
                            </a:rPr>
                          </m:ctrlPr>
                        </m:dPr>
                        <m:e>
                          <m:r>
                            <a:rPr lang="zh-CN" altLang="en-US" sz="2800" i="1">
                              <a:latin typeface="Cambria Math" panose="02040503050406030204" pitchFamily="18" charset="0"/>
                            </a:rPr>
                            <m:t>𝜇</m:t>
                          </m:r>
                          <m:r>
                            <a:rPr lang="zh-CN" altLang="en-US" sz="2800" i="0">
                              <a:latin typeface="Cambria Math" panose="02040503050406030204" pitchFamily="18" charset="0"/>
                            </a:rPr>
                            <m:t>=</m:t>
                          </m:r>
                          <m:r>
                            <a:rPr lang="zh-CN" altLang="en-US" sz="2800" i="1">
                              <a:latin typeface="Cambria Math" panose="02040503050406030204" pitchFamily="18" charset="0"/>
                            </a:rPr>
                            <m:t>𝑚</m:t>
                          </m:r>
                          <m:f>
                            <m:fPr>
                              <m:type m:val="lin"/>
                              <m:ctrlPr>
                                <a:rPr lang="zh-CN" altLang="en-US" sz="2800" i="1">
                                  <a:latin typeface="Cambria Math" panose="02040503050406030204" pitchFamily="18" charset="0"/>
                                </a:rPr>
                              </m:ctrlPr>
                            </m:fPr>
                            <m:num>
                              <m:r>
                                <a:rPr lang="zh-CN" altLang="en-US" sz="2800" i="1">
                                  <a:latin typeface="Cambria Math" panose="02040503050406030204" pitchFamily="18" charset="0"/>
                                </a:rPr>
                                <m:t>𝑛</m:t>
                              </m:r>
                            </m:num>
                            <m:den>
                              <m:r>
                                <a:rPr lang="zh-CN" altLang="en-US" sz="2800" i="0">
                                  <a:latin typeface="Cambria Math" panose="02040503050406030204" pitchFamily="18" charset="0"/>
                                </a:rPr>
                                <m:t>(</m:t>
                              </m:r>
                            </m:den>
                          </m:f>
                          <m:r>
                            <a:rPr lang="zh-CN" altLang="en-US" sz="2800" i="0">
                              <a:latin typeface="Cambria Math" panose="02040503050406030204" pitchFamily="18" charset="0"/>
                            </a:rPr>
                            <m:t>4</m:t>
                          </m:r>
                          <m:sSub>
                            <m:sSubPr>
                              <m:ctrlPr>
                                <a:rPr lang="zh-CN" altLang="en-US" sz="2800" i="1">
                                  <a:latin typeface="Cambria Math" panose="02040503050406030204" pitchFamily="18" charset="0"/>
                                </a:rPr>
                              </m:ctrlPr>
                            </m:sSubPr>
                            <m:e>
                              <m:r>
                                <a:rPr lang="zh-CN" altLang="en-US" sz="2800" i="0">
                                  <a:latin typeface="Cambria Math" panose="02040503050406030204" pitchFamily="18" charset="0"/>
                                </a:rPr>
                                <m:t>‖</m:t>
                              </m:r>
                              <m:r>
                                <a:rPr lang="zh-CN" altLang="en-US" sz="2800" i="1">
                                  <a:latin typeface="Cambria Math" panose="02040503050406030204" pitchFamily="18" charset="0"/>
                                </a:rPr>
                                <m:t>𝑀</m:t>
                              </m:r>
                              <m:r>
                                <a:rPr lang="zh-CN" altLang="en-US" sz="2800" i="0">
                                  <a:latin typeface="Cambria Math" panose="02040503050406030204" pitchFamily="18" charset="0"/>
                                </a:rPr>
                                <m:t>‖</m:t>
                              </m:r>
                            </m:e>
                            <m:sub>
                              <m:r>
                                <a:rPr lang="zh-CN" altLang="en-US" sz="2800" i="0">
                                  <a:latin typeface="Cambria Math" panose="02040503050406030204" pitchFamily="18" charset="0"/>
                                </a:rPr>
                                <m:t>1</m:t>
                              </m:r>
                            </m:sub>
                          </m:sSub>
                        </m:e>
                      </m:d>
                    </m:oMath>
                  </m:oMathPara>
                </a14:m>
                <a:endParaRPr lang="zh-CN" altLang="en-US" sz="2800" dirty="0"/>
              </a:p>
            </p:txBody>
          </p:sp>
        </mc:Choice>
        <mc:Fallback>
          <p:sp>
            <p:nvSpPr>
              <p:cNvPr id="3" name="矩形 2"/>
              <p:cNvSpPr>
                <a:spLocks noRot="1" noChangeAspect="1" noMove="1" noResize="1" noEditPoints="1" noAdjustHandles="1" noChangeArrowheads="1" noChangeShapeType="1" noTextEdit="1"/>
              </p:cNvSpPr>
              <p:nvPr/>
            </p:nvSpPr>
            <p:spPr>
              <a:xfrm>
                <a:off x="11777426" y="19831796"/>
                <a:ext cx="3146054" cy="523220"/>
              </a:xfrm>
              <a:prstGeom prst="rect">
                <a:avLst/>
              </a:prstGeom>
              <a:blipFill>
                <a:blip r:embed="rId30"/>
                <a:stretch>
                  <a:fillRect/>
                </a:stretch>
              </a:blipFill>
            </p:spPr>
            <p:txBody>
              <a:bodyPr/>
              <a:lstStyle/>
              <a:p>
                <a:r>
                  <a:rPr lang="zh-CN" altLang="en-US">
                    <a:noFill/>
                  </a:rPr>
                  <a:t> </a:t>
                </a:r>
              </a:p>
            </p:txBody>
          </p:sp>
        </mc:Fallback>
      </mc:AlternateContent>
      <p:sp>
        <p:nvSpPr>
          <p:cNvPr id="4" name="文本框 3"/>
          <p:cNvSpPr txBox="1"/>
          <p:nvPr/>
        </p:nvSpPr>
        <p:spPr>
          <a:xfrm>
            <a:off x="16897350" y="17708016"/>
            <a:ext cx="800219" cy="461665"/>
          </a:xfrm>
          <a:prstGeom prst="rect">
            <a:avLst/>
          </a:prstGeom>
          <a:noFill/>
        </p:spPr>
        <p:txBody>
          <a:bodyPr wrap="none" rtlCol="0">
            <a:spAutoFit/>
          </a:bodyPr>
          <a:lstStyle/>
          <a:p>
            <a:r>
              <a:rPr lang="zh-CN" altLang="en-US" sz="2400" dirty="0" smtClean="0">
                <a:solidFill>
                  <a:srgbClr val="0909E1"/>
                </a:solidFill>
                <a:latin typeface="黑体" panose="02010609060101010101" pitchFamily="49" charset="-122"/>
                <a:ea typeface="黑体" panose="02010609060101010101" pitchFamily="49" charset="-122"/>
              </a:rPr>
              <a:t>图</a:t>
            </a:r>
            <a:r>
              <a:rPr lang="en-US" altLang="zh-CN" sz="2400" dirty="0" smtClean="0">
                <a:solidFill>
                  <a:srgbClr val="0909E1"/>
                </a:solidFill>
                <a:latin typeface="黑体" panose="02010609060101010101" pitchFamily="49" charset="-122"/>
                <a:ea typeface="黑体" panose="02010609060101010101" pitchFamily="49" charset="-122"/>
              </a:rPr>
              <a:t>14</a:t>
            </a:r>
            <a:endParaRPr lang="zh-CN" altLang="en-US" sz="2400" dirty="0">
              <a:solidFill>
                <a:srgbClr val="0909E1"/>
              </a:solidFill>
              <a:latin typeface="黑体" panose="02010609060101010101" pitchFamily="49" charset="-122"/>
              <a:ea typeface="黑体" panose="02010609060101010101" pitchFamily="49" charset="-122"/>
            </a:endParaRPr>
          </a:p>
        </p:txBody>
      </p:sp>
      <p:sp>
        <p:nvSpPr>
          <p:cNvPr id="63" name="文本框 62"/>
          <p:cNvSpPr txBox="1"/>
          <p:nvPr/>
        </p:nvSpPr>
        <p:spPr>
          <a:xfrm>
            <a:off x="16897350" y="24203928"/>
            <a:ext cx="800219" cy="461665"/>
          </a:xfrm>
          <a:prstGeom prst="rect">
            <a:avLst/>
          </a:prstGeom>
          <a:noFill/>
        </p:spPr>
        <p:txBody>
          <a:bodyPr wrap="none" rtlCol="0">
            <a:spAutoFit/>
          </a:bodyPr>
          <a:lstStyle/>
          <a:p>
            <a:r>
              <a:rPr lang="zh-CN" altLang="en-US" sz="2400" dirty="0" smtClean="0">
                <a:solidFill>
                  <a:srgbClr val="0909E1"/>
                </a:solidFill>
                <a:latin typeface="黑体" panose="02010609060101010101" pitchFamily="49" charset="-122"/>
                <a:ea typeface="黑体" panose="02010609060101010101" pitchFamily="49" charset="-122"/>
              </a:rPr>
              <a:t>图</a:t>
            </a:r>
            <a:r>
              <a:rPr lang="en-US" altLang="zh-CN" sz="2400" dirty="0" smtClean="0">
                <a:solidFill>
                  <a:srgbClr val="0909E1"/>
                </a:solidFill>
                <a:latin typeface="黑体" panose="02010609060101010101" pitchFamily="49" charset="-122"/>
                <a:ea typeface="黑体" panose="02010609060101010101" pitchFamily="49" charset="-122"/>
              </a:rPr>
              <a:t>15</a:t>
            </a:r>
            <a:endParaRPr lang="zh-CN" altLang="en-US" sz="2400" dirty="0">
              <a:solidFill>
                <a:srgbClr val="0909E1"/>
              </a:solidFill>
              <a:latin typeface="黑体" panose="02010609060101010101" pitchFamily="49" charset="-122"/>
              <a:ea typeface="黑体" panose="02010609060101010101" pitchFamily="49" charset="-122"/>
            </a:endParaRPr>
          </a:p>
        </p:txBody>
      </p:sp>
      <p:sp>
        <p:nvSpPr>
          <p:cNvPr id="64" name="文本框 63"/>
          <p:cNvSpPr txBox="1"/>
          <p:nvPr/>
        </p:nvSpPr>
        <p:spPr>
          <a:xfrm>
            <a:off x="16897350" y="30643046"/>
            <a:ext cx="800219" cy="461665"/>
          </a:xfrm>
          <a:prstGeom prst="rect">
            <a:avLst/>
          </a:prstGeom>
          <a:noFill/>
        </p:spPr>
        <p:txBody>
          <a:bodyPr wrap="none" rtlCol="0">
            <a:spAutoFit/>
          </a:bodyPr>
          <a:lstStyle/>
          <a:p>
            <a:r>
              <a:rPr lang="zh-CN" altLang="en-US" sz="2400" dirty="0" smtClean="0">
                <a:solidFill>
                  <a:srgbClr val="0909E1"/>
                </a:solidFill>
                <a:latin typeface="黑体" panose="02010609060101010101" pitchFamily="49" charset="-122"/>
                <a:ea typeface="黑体" panose="02010609060101010101" pitchFamily="49" charset="-122"/>
              </a:rPr>
              <a:t>图</a:t>
            </a:r>
            <a:r>
              <a:rPr lang="en-US" altLang="zh-CN" sz="2400" dirty="0" smtClean="0">
                <a:solidFill>
                  <a:srgbClr val="0909E1"/>
                </a:solidFill>
                <a:latin typeface="黑体" panose="02010609060101010101" pitchFamily="49" charset="-122"/>
                <a:ea typeface="黑体" panose="02010609060101010101" pitchFamily="49" charset="-122"/>
              </a:rPr>
              <a:t>16</a:t>
            </a:r>
            <a:endParaRPr lang="zh-CN" altLang="en-US" sz="2400" dirty="0">
              <a:solidFill>
                <a:srgbClr val="0909E1"/>
              </a:solidFill>
              <a:latin typeface="黑体" panose="02010609060101010101" pitchFamily="49" charset="-122"/>
              <a:ea typeface="黑体" panose="02010609060101010101" pitchFamily="49" charset="-122"/>
            </a:endParaRPr>
          </a:p>
        </p:txBody>
      </p:sp>
    </p:spTree>
  </p:cSld>
  <p:clrMapOvr>
    <a:masterClrMapping/>
  </p:clrMapOvr>
</p:sld>
</file>

<file path=ppt/theme/theme1.xml><?xml version="1.0" encoding="utf-8"?>
<a:theme xmlns:a="http://schemas.openxmlformats.org/drawingml/2006/main" name="PosterPresentations.com-91CMx122CM">
  <a:themeElements>
    <a:clrScheme name="">
      <a:dk1>
        <a:srgbClr val="000000"/>
      </a:dk1>
      <a:lt1>
        <a:srgbClr val="FFFFFF"/>
      </a:lt1>
      <a:dk2>
        <a:srgbClr val="4E5B6F"/>
      </a:dk2>
      <a:lt2>
        <a:srgbClr val="D6ECFF"/>
      </a:lt2>
      <a:accent1>
        <a:srgbClr val="7FD13B"/>
      </a:accent1>
      <a:accent2>
        <a:srgbClr val="EA157A"/>
      </a:accent2>
      <a:accent3>
        <a:srgbClr val="FFFFFF"/>
      </a:accent3>
      <a:accent4>
        <a:srgbClr val="000000"/>
      </a:accent4>
      <a:accent5>
        <a:srgbClr val="C0E4AF"/>
      </a:accent5>
      <a:accent6>
        <a:srgbClr val="D2126D"/>
      </a:accent6>
      <a:hlink>
        <a:srgbClr val="EB8803"/>
      </a:hlink>
      <a:folHlink>
        <a:srgbClr val="5F7791"/>
      </a:folHlink>
    </a:clrScheme>
    <a:fontScheme name="">
      <a:majorFont>
        <a:latin typeface="Trebuchet MS"/>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lassic - Wide Center">
  <a:themeElements>
    <a:clrScheme name="">
      <a:dk1>
        <a:srgbClr val="000000"/>
      </a:dk1>
      <a:lt1>
        <a:srgbClr val="FFFFFF"/>
      </a:lt1>
      <a:dk2>
        <a:srgbClr val="4E5B6F"/>
      </a:dk2>
      <a:lt2>
        <a:srgbClr val="D6ECFF"/>
      </a:lt2>
      <a:accent1>
        <a:srgbClr val="7FD13B"/>
      </a:accent1>
      <a:accent2>
        <a:srgbClr val="EA157A"/>
      </a:accent2>
      <a:accent3>
        <a:srgbClr val="FFFFFF"/>
      </a:accent3>
      <a:accent4>
        <a:srgbClr val="000000"/>
      </a:accent4>
      <a:accent5>
        <a:srgbClr val="C0E4AF"/>
      </a:accent5>
      <a:accent6>
        <a:srgbClr val="D2126D"/>
      </a:accent6>
      <a:hlink>
        <a:srgbClr val="EB8803"/>
      </a:hlink>
      <a:folHlink>
        <a:srgbClr val="5F7791"/>
      </a:folHlink>
    </a:clrScheme>
    <a:fontScheme name="">
      <a:majorFont>
        <a:latin typeface="Trebuchet MS"/>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PosterPresentations.com-91CMx122CM">
  <a:themeElements>
    <a:clrScheme name="">
      <a:dk1>
        <a:srgbClr val="000000"/>
      </a:dk1>
      <a:lt1>
        <a:srgbClr val="FFFFFF"/>
      </a:lt1>
      <a:dk2>
        <a:srgbClr val="4E5B6F"/>
      </a:dk2>
      <a:lt2>
        <a:srgbClr val="D6ECFF"/>
      </a:lt2>
      <a:accent1>
        <a:srgbClr val="7FD13B"/>
      </a:accent1>
      <a:accent2>
        <a:srgbClr val="EA157A"/>
      </a:accent2>
      <a:accent3>
        <a:srgbClr val="FFFFFF"/>
      </a:accent3>
      <a:accent4>
        <a:srgbClr val="000000"/>
      </a:accent4>
      <a:accent5>
        <a:srgbClr val="C0E4AF"/>
      </a:accent5>
      <a:accent6>
        <a:srgbClr val="D2126D"/>
      </a:accent6>
      <a:hlink>
        <a:srgbClr val="EB8803"/>
      </a:hlink>
      <a:folHlink>
        <a:srgbClr val="5F7791"/>
      </a:folHlink>
    </a:clrScheme>
    <a:fontScheme name="">
      <a:majorFont>
        <a:latin typeface="Trebuchet MS"/>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
      <a:dk1>
        <a:srgbClr val="000000"/>
      </a:dk1>
      <a:lt1>
        <a:srgbClr val="FFFFFF"/>
      </a:lt1>
      <a:dk2>
        <a:srgbClr val="4E5B6F"/>
      </a:dk2>
      <a:lt2>
        <a:srgbClr val="D6ECFF"/>
      </a:lt2>
      <a:accent1>
        <a:srgbClr val="7FD13B"/>
      </a:accent1>
      <a:accent2>
        <a:srgbClr val="EA157A"/>
      </a:accent2>
      <a:accent3>
        <a:srgbClr val="FFFFFF"/>
      </a:accent3>
      <a:accent4>
        <a:srgbClr val="000000"/>
      </a:accent4>
      <a:accent5>
        <a:srgbClr val="C0E4AF"/>
      </a:accent5>
      <a:accent6>
        <a:srgbClr val="D2126D"/>
      </a:accent6>
      <a:hlink>
        <a:srgbClr val="EB8803"/>
      </a:hlink>
      <a:folHlink>
        <a:srgbClr val="5F7791"/>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1253</TotalTime>
  <Words>1262</Words>
  <Application>Microsoft Office PowerPoint</Application>
  <PresentationFormat>自定义</PresentationFormat>
  <Paragraphs>44</Paragraphs>
  <Slides>1</Slides>
  <Notes>1</Notes>
  <HiddenSlides>0</HiddenSlides>
  <MMClips>0</MMClips>
  <ScaleCrop>false</ScaleCrop>
  <HeadingPairs>
    <vt:vector size="6" baseType="variant">
      <vt:variant>
        <vt:lpstr>已用的字体</vt:lpstr>
      </vt:variant>
      <vt:variant>
        <vt:i4>9</vt:i4>
      </vt:variant>
      <vt:variant>
        <vt:lpstr>主题</vt:lpstr>
      </vt:variant>
      <vt:variant>
        <vt:i4>3</vt:i4>
      </vt:variant>
      <vt:variant>
        <vt:lpstr>幻灯片标题</vt:lpstr>
      </vt:variant>
      <vt:variant>
        <vt:i4>1</vt:i4>
      </vt:variant>
    </vt:vector>
  </HeadingPairs>
  <TitlesOfParts>
    <vt:vector size="13" baseType="lpstr">
      <vt:lpstr>黑体</vt:lpstr>
      <vt:lpstr>宋体</vt:lpstr>
      <vt:lpstr>微软雅黑</vt:lpstr>
      <vt:lpstr>Arial</vt:lpstr>
      <vt:lpstr>Calibri</vt:lpstr>
      <vt:lpstr>Cambria Math</vt:lpstr>
      <vt:lpstr>Times New Roman</vt:lpstr>
      <vt:lpstr>Trebuchet MS</vt:lpstr>
      <vt:lpstr>Wingdings 2</vt:lpstr>
      <vt:lpstr>PosterPresentations.com-91CMx122CM</vt:lpstr>
      <vt:lpstr>Classic - Wide Center</vt:lpstr>
      <vt:lpstr>1_PosterPresentations.com-91CMx122CM</vt:lpstr>
      <vt:lpstr>PowerPoint 演示文稿</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template._x000d__x000d_
1-866-649-3004           _x000d__x000d_
 (c)PosterPresentations.com</dc:description>
  <cp:lastModifiedBy>dell</cp:lastModifiedBy>
  <cp:revision>125</cp:revision>
  <dcterms:created xsi:type="dcterms:W3CDTF">2012-02-10T00:16:00Z</dcterms:created>
  <dcterms:modified xsi:type="dcterms:W3CDTF">2020-10-09T13:33:42Z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